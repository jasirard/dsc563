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0" r:id="rId1"/>
  </p:sldMasterIdLst>
  <p:notesMasterIdLst>
    <p:notesMasterId r:id="rId10"/>
  </p:notesMasterIdLst>
  <p:sldIdLst>
    <p:sldId id="256" r:id="rId2"/>
    <p:sldId id="264" r:id="rId3"/>
    <p:sldId id="257" r:id="rId4"/>
    <p:sldId id="259" r:id="rId5"/>
    <p:sldId id="262" r:id="rId6"/>
    <p:sldId id="261" r:id="rId7"/>
    <p:sldId id="265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855A58-8153-4504-B258-7E5491A0B845}" v="16" dt="2026-10-29T18:50:37.040"/>
    <p1510:client id="{7DBEED6B-20F9-5B3E-DA61-B8478821044E}" v="1" dt="2026-10-30T00:26:06.705"/>
    <p1510:client id="{C0A7A51A-3952-40D3-9451-4DC69C1D1033}" v="121" dt="2026-10-29T00:43:31.1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0282" autoAdjust="0"/>
  </p:normalViewPr>
  <p:slideViewPr>
    <p:cSldViewPr snapToGrid="0">
      <p:cViewPr varScale="1">
        <p:scale>
          <a:sx n="82" d="100"/>
          <a:sy n="82" d="100"/>
        </p:scale>
        <p:origin x="11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ffrey Sirard" userId="S::jasirard@utica.edu::788d52b2-c187-451d-842e-1b2b1165ac73" providerId="AD" clId="Web-{00000000-0000-0000-0000-000000000000}"/>
    <pc:docChg chg="modSld">
      <pc:chgData name="Jeffrey Sirard" userId="S::jasirard@utica.edu::788d52b2-c187-451d-842e-1b2b1165ac73" providerId="AD" clId="Web-{00000000-0000-0000-0000-000000000000}" dt="2026-10-29T23:06:18.032" v="3"/>
      <pc:docMkLst>
        <pc:docMk/>
      </pc:docMkLst>
      <pc:sldChg chg="modNotes">
        <pc:chgData name="Jeffrey Sirard" userId="S::jasirard@utica.edu::788d52b2-c187-451d-842e-1b2b1165ac73" providerId="AD" clId="Web-{00000000-0000-0000-0000-000000000000}" dt="2026-10-29T23:06:18.032" v="3"/>
        <pc:sldMkLst>
          <pc:docMk/>
          <pc:sldMk cId="314674080" sldId="256"/>
        </pc:sldMkLst>
      </pc:sldChg>
    </pc:docChg>
  </pc:docChgLst>
  <pc:docChgLst>
    <pc:chgData name="Jeffrey Sirard" userId="788d52b2-c187-451d-842e-1b2b1165ac73" providerId="ADAL" clId="{C745D13B-FDF8-4D04-8E6B-94DB582EB6D7}"/>
    <pc:docChg chg="custSel modSld">
      <pc:chgData name="Jeffrey Sirard" userId="788d52b2-c187-451d-842e-1b2b1165ac73" providerId="ADAL" clId="{C745D13B-FDF8-4D04-8E6B-94DB582EB6D7}" dt="2026-10-29T18:53:55.113" v="681" actId="1076"/>
      <pc:docMkLst>
        <pc:docMk/>
      </pc:docMkLst>
      <pc:sldChg chg="modNotesTx">
        <pc:chgData name="Jeffrey Sirard" userId="788d52b2-c187-451d-842e-1b2b1165ac73" providerId="ADAL" clId="{C745D13B-FDF8-4D04-8E6B-94DB582EB6D7}" dt="2026-10-29T18:32:18.562" v="93" actId="20577"/>
        <pc:sldMkLst>
          <pc:docMk/>
          <pc:sldMk cId="314674080" sldId="256"/>
        </pc:sldMkLst>
      </pc:sldChg>
      <pc:sldChg chg="modSp mod modNotesTx">
        <pc:chgData name="Jeffrey Sirard" userId="788d52b2-c187-451d-842e-1b2b1165ac73" providerId="ADAL" clId="{C745D13B-FDF8-4D04-8E6B-94DB582EB6D7}" dt="2026-10-29T18:44:21.840" v="470" actId="20577"/>
        <pc:sldMkLst>
          <pc:docMk/>
          <pc:sldMk cId="205251213" sldId="257"/>
        </pc:sldMkLst>
        <pc:spChg chg="mod">
          <ac:chgData name="Jeffrey Sirard" userId="788d52b2-c187-451d-842e-1b2b1165ac73" providerId="ADAL" clId="{C745D13B-FDF8-4D04-8E6B-94DB582EB6D7}" dt="2026-10-29T18:44:21.840" v="470" actId="20577"/>
          <ac:spMkLst>
            <pc:docMk/>
            <pc:sldMk cId="205251213" sldId="257"/>
            <ac:spMk id="20" creationId="{ADCC20EF-9BF6-6721-785A-C804001F40A5}"/>
          </ac:spMkLst>
        </pc:spChg>
      </pc:sldChg>
      <pc:sldChg chg="delSp modSp mod modNotesTx">
        <pc:chgData name="Jeffrey Sirard" userId="788d52b2-c187-451d-842e-1b2b1165ac73" providerId="ADAL" clId="{C745D13B-FDF8-4D04-8E6B-94DB582EB6D7}" dt="2026-10-29T18:53:55.113" v="681" actId="1076"/>
        <pc:sldMkLst>
          <pc:docMk/>
          <pc:sldMk cId="1106268536" sldId="261"/>
        </pc:sldMkLst>
        <pc:spChg chg="mod">
          <ac:chgData name="Jeffrey Sirard" userId="788d52b2-c187-451d-842e-1b2b1165ac73" providerId="ADAL" clId="{C745D13B-FDF8-4D04-8E6B-94DB582EB6D7}" dt="2026-10-29T18:53:55.113" v="681" actId="1076"/>
          <ac:spMkLst>
            <pc:docMk/>
            <pc:sldMk cId="1106268536" sldId="261"/>
            <ac:spMk id="15" creationId="{A2088E56-3FA3-5CBB-84D2-F12155CBD181}"/>
          </ac:spMkLst>
        </pc:spChg>
        <pc:spChg chg="mod">
          <ac:chgData name="Jeffrey Sirard" userId="788d52b2-c187-451d-842e-1b2b1165ac73" providerId="ADAL" clId="{C745D13B-FDF8-4D04-8E6B-94DB582EB6D7}" dt="2026-10-29T18:53:55.113" v="681" actId="1076"/>
          <ac:spMkLst>
            <pc:docMk/>
            <pc:sldMk cId="1106268536" sldId="261"/>
            <ac:spMk id="20" creationId="{EF201B12-FED3-C373-C8A2-D80F43A426F2}"/>
          </ac:spMkLst>
        </pc:spChg>
        <pc:spChg chg="mod">
          <ac:chgData name="Jeffrey Sirard" userId="788d52b2-c187-451d-842e-1b2b1165ac73" providerId="ADAL" clId="{C745D13B-FDF8-4D04-8E6B-94DB582EB6D7}" dt="2026-10-29T18:53:15.032" v="680" actId="1076"/>
          <ac:spMkLst>
            <pc:docMk/>
            <pc:sldMk cId="1106268536" sldId="261"/>
            <ac:spMk id="27" creationId="{9AB5091C-D7F0-13FF-6B58-413445D2F0DD}"/>
          </ac:spMkLst>
        </pc:spChg>
        <pc:spChg chg="del mod">
          <ac:chgData name="Jeffrey Sirard" userId="788d52b2-c187-451d-842e-1b2b1165ac73" providerId="ADAL" clId="{C745D13B-FDF8-4D04-8E6B-94DB582EB6D7}" dt="2026-10-29T18:51:37.450" v="664" actId="478"/>
          <ac:spMkLst>
            <pc:docMk/>
            <pc:sldMk cId="1106268536" sldId="261"/>
            <ac:spMk id="28" creationId="{8BC0897F-C2E2-C379-7396-B010D52C6122}"/>
          </ac:spMkLst>
        </pc:spChg>
        <pc:picChg chg="mod">
          <ac:chgData name="Jeffrey Sirard" userId="788d52b2-c187-451d-842e-1b2b1165ac73" providerId="ADAL" clId="{C745D13B-FDF8-4D04-8E6B-94DB582EB6D7}" dt="2026-10-29T18:53:55.113" v="681" actId="1076"/>
          <ac:picMkLst>
            <pc:docMk/>
            <pc:sldMk cId="1106268536" sldId="261"/>
            <ac:picMk id="7" creationId="{B2548C8D-7D3A-6965-B046-2A1AACE5BA48}"/>
          </ac:picMkLst>
        </pc:picChg>
      </pc:sldChg>
      <pc:sldChg chg="modSp mod modNotesTx">
        <pc:chgData name="Jeffrey Sirard" userId="788d52b2-c187-451d-842e-1b2b1165ac73" providerId="ADAL" clId="{C745D13B-FDF8-4D04-8E6B-94DB582EB6D7}" dt="2026-10-29T18:46:47.382" v="530" actId="113"/>
        <pc:sldMkLst>
          <pc:docMk/>
          <pc:sldMk cId="2954494940" sldId="262"/>
        </pc:sldMkLst>
        <pc:spChg chg="mod">
          <ac:chgData name="Jeffrey Sirard" userId="788d52b2-c187-451d-842e-1b2b1165ac73" providerId="ADAL" clId="{C745D13B-FDF8-4D04-8E6B-94DB582EB6D7}" dt="2026-10-29T18:46:47.382" v="530" actId="113"/>
          <ac:spMkLst>
            <pc:docMk/>
            <pc:sldMk cId="2954494940" sldId="262"/>
            <ac:spMk id="3" creationId="{2E3D7F86-89DB-68EA-CD9A-B79ECC182A91}"/>
          </ac:spMkLst>
        </pc:spChg>
      </pc:sldChg>
      <pc:sldChg chg="modSp mod">
        <pc:chgData name="Jeffrey Sirard" userId="788d52b2-c187-451d-842e-1b2b1165ac73" providerId="ADAL" clId="{C745D13B-FDF8-4D04-8E6B-94DB582EB6D7}" dt="2026-10-29T18:42:32.961" v="373" actId="20577"/>
        <pc:sldMkLst>
          <pc:docMk/>
          <pc:sldMk cId="180488883" sldId="263"/>
        </pc:sldMkLst>
        <pc:spChg chg="mod">
          <ac:chgData name="Jeffrey Sirard" userId="788d52b2-c187-451d-842e-1b2b1165ac73" providerId="ADAL" clId="{C745D13B-FDF8-4D04-8E6B-94DB582EB6D7}" dt="2026-10-29T18:42:32.961" v="373" actId="20577"/>
          <ac:spMkLst>
            <pc:docMk/>
            <pc:sldMk cId="180488883" sldId="263"/>
            <ac:spMk id="3" creationId="{9E80B481-54E2-3FCD-1E8A-32A9BEFDCE4C}"/>
          </ac:spMkLst>
        </pc:spChg>
      </pc:sldChg>
      <pc:sldChg chg="modSp mod modNotesTx">
        <pc:chgData name="Jeffrey Sirard" userId="788d52b2-c187-451d-842e-1b2b1165ac73" providerId="ADAL" clId="{C745D13B-FDF8-4D04-8E6B-94DB582EB6D7}" dt="2026-10-29T18:43:44.487" v="440" actId="20577"/>
        <pc:sldMkLst>
          <pc:docMk/>
          <pc:sldMk cId="2348172103" sldId="264"/>
        </pc:sldMkLst>
        <pc:spChg chg="mod">
          <ac:chgData name="Jeffrey Sirard" userId="788d52b2-c187-451d-842e-1b2b1165ac73" providerId="ADAL" clId="{C745D13B-FDF8-4D04-8E6B-94DB582EB6D7}" dt="2026-10-29T18:43:44.487" v="440" actId="20577"/>
          <ac:spMkLst>
            <pc:docMk/>
            <pc:sldMk cId="2348172103" sldId="264"/>
            <ac:spMk id="23" creationId="{1479E82B-F044-F862-BE61-01C0F8C99B90}"/>
          </ac:spMkLst>
        </pc:spChg>
      </pc:sldChg>
    </pc:docChg>
  </pc:docChgLst>
  <pc:docChgLst>
    <pc:chgData name="Jeffrey Sirard" userId="S::jasirard@utica.edu::788d52b2-c187-451d-842e-1b2b1165ac73" providerId="AD" clId="Web-{7DBEED6B-20F9-5B3E-DA61-B8478821044E}"/>
    <pc:docChg chg="modSld">
      <pc:chgData name="Jeffrey Sirard" userId="S::jasirard@utica.edu::788d52b2-c187-451d-842e-1b2b1165ac73" providerId="AD" clId="Web-{7DBEED6B-20F9-5B3E-DA61-B8478821044E}" dt="2026-10-30T00:26:18.237" v="15"/>
      <pc:docMkLst>
        <pc:docMk/>
      </pc:docMkLst>
      <pc:sldChg chg="modNotes">
        <pc:chgData name="Jeffrey Sirard" userId="S::jasirard@utica.edu::788d52b2-c187-451d-842e-1b2b1165ac73" providerId="AD" clId="Web-{7DBEED6B-20F9-5B3E-DA61-B8478821044E}" dt="2026-10-30T00:25:39.064" v="4"/>
        <pc:sldMkLst>
          <pc:docMk/>
          <pc:sldMk cId="205251213" sldId="257"/>
        </pc:sldMkLst>
      </pc:sldChg>
      <pc:sldChg chg="modNotes">
        <pc:chgData name="Jeffrey Sirard" userId="S::jasirard@utica.edu::788d52b2-c187-451d-842e-1b2b1165ac73" providerId="AD" clId="Web-{7DBEED6B-20F9-5B3E-DA61-B8478821044E}" dt="2026-10-30T00:25:35.610" v="3"/>
        <pc:sldMkLst>
          <pc:docMk/>
          <pc:sldMk cId="2110386601" sldId="259"/>
        </pc:sldMkLst>
      </pc:sldChg>
      <pc:sldChg chg="modNotes">
        <pc:chgData name="Jeffrey Sirard" userId="S::jasirard@utica.edu::788d52b2-c187-451d-842e-1b2b1165ac73" providerId="AD" clId="Web-{7DBEED6B-20F9-5B3E-DA61-B8478821044E}" dt="2026-10-30T00:25:50.267" v="8"/>
        <pc:sldMkLst>
          <pc:docMk/>
          <pc:sldMk cId="1106268536" sldId="261"/>
        </pc:sldMkLst>
      </pc:sldChg>
      <pc:sldChg chg="modNotes">
        <pc:chgData name="Jeffrey Sirard" userId="S::jasirard@utica.edu::788d52b2-c187-451d-842e-1b2b1165ac73" providerId="AD" clId="Web-{7DBEED6B-20F9-5B3E-DA61-B8478821044E}" dt="2026-10-30T00:25:47.158" v="7"/>
        <pc:sldMkLst>
          <pc:docMk/>
          <pc:sldMk cId="2954494940" sldId="262"/>
        </pc:sldMkLst>
      </pc:sldChg>
      <pc:sldChg chg="modNotes">
        <pc:chgData name="Jeffrey Sirard" userId="S::jasirard@utica.edu::788d52b2-c187-451d-842e-1b2b1165ac73" providerId="AD" clId="Web-{7DBEED6B-20F9-5B3E-DA61-B8478821044E}" dt="2026-10-30T00:26:18.237" v="15"/>
        <pc:sldMkLst>
          <pc:docMk/>
          <pc:sldMk cId="180488883" sldId="263"/>
        </pc:sldMkLst>
      </pc:sldChg>
      <pc:sldChg chg="modNotes">
        <pc:chgData name="Jeffrey Sirard" userId="S::jasirard@utica.edu::788d52b2-c187-451d-842e-1b2b1165ac73" providerId="AD" clId="Web-{7DBEED6B-20F9-5B3E-DA61-B8478821044E}" dt="2026-10-30T00:25:42.298" v="6"/>
        <pc:sldMkLst>
          <pc:docMk/>
          <pc:sldMk cId="2348172103" sldId="264"/>
        </pc:sldMkLst>
      </pc:sldChg>
      <pc:sldChg chg="modNotes">
        <pc:chgData name="Jeffrey Sirard" userId="S::jasirard@utica.edu::788d52b2-c187-451d-842e-1b2b1165ac73" providerId="AD" clId="Web-{7DBEED6B-20F9-5B3E-DA61-B8478821044E}" dt="2026-10-30T00:26:09.377" v="11"/>
        <pc:sldMkLst>
          <pc:docMk/>
          <pc:sldMk cId="1949027210" sldId="265"/>
        </pc:sldMkLst>
      </pc:sldChg>
    </pc:docChg>
  </pc:docChgLst>
  <pc:docChgLst>
    <pc:chgData name="Jeffrey Sirard" userId="788d52b2-c187-451d-842e-1b2b1165ac73" providerId="ADAL" clId="{5F2D818F-93F0-4BEB-B580-50E7A19F5F7A}"/>
    <pc:docChg chg="undo custSel addSld delSld modSld sldOrd">
      <pc:chgData name="Jeffrey Sirard" userId="788d52b2-c187-451d-842e-1b2b1165ac73" providerId="ADAL" clId="{5F2D818F-93F0-4BEB-B580-50E7A19F5F7A}" dt="2026-10-29T01:00:14.651" v="11827" actId="26606"/>
      <pc:docMkLst>
        <pc:docMk/>
      </pc:docMkLst>
      <pc:sldChg chg="addSp delSp modSp new mod modClrScheme chgLayout">
        <pc:chgData name="Jeffrey Sirard" userId="788d52b2-c187-451d-842e-1b2b1165ac73" providerId="ADAL" clId="{5F2D818F-93F0-4BEB-B580-50E7A19F5F7A}" dt="2026-10-29T01:00:14.651" v="11827" actId="26606"/>
        <pc:sldMkLst>
          <pc:docMk/>
          <pc:sldMk cId="314674080" sldId="256"/>
        </pc:sldMkLst>
        <pc:spChg chg="mod">
          <ac:chgData name="Jeffrey Sirard" userId="788d52b2-c187-451d-842e-1b2b1165ac73" providerId="ADAL" clId="{5F2D818F-93F0-4BEB-B580-50E7A19F5F7A}" dt="2026-10-29T01:00:14.651" v="11827" actId="26606"/>
          <ac:spMkLst>
            <pc:docMk/>
            <pc:sldMk cId="314674080" sldId="256"/>
            <ac:spMk id="2" creationId="{965E0574-46AF-4C73-2AC8-1F03948E4A8C}"/>
          </ac:spMkLst>
        </pc:spChg>
        <pc:spChg chg="mod">
          <ac:chgData name="Jeffrey Sirard" userId="788d52b2-c187-451d-842e-1b2b1165ac73" providerId="ADAL" clId="{5F2D818F-93F0-4BEB-B580-50E7A19F5F7A}" dt="2026-10-29T01:00:14.651" v="11827" actId="26606"/>
          <ac:spMkLst>
            <pc:docMk/>
            <pc:sldMk cId="314674080" sldId="256"/>
            <ac:spMk id="3" creationId="{E62A6DE3-F6AF-97BC-9456-EB01DEB6398D}"/>
          </ac:spMkLst>
        </pc:spChg>
        <pc:spChg chg="add del mod ord">
          <ac:chgData name="Jeffrey Sirard" userId="788d52b2-c187-451d-842e-1b2b1165ac73" providerId="ADAL" clId="{5F2D818F-93F0-4BEB-B580-50E7A19F5F7A}" dt="2026-10-29T00:59:45.727" v="11819" actId="478"/>
          <ac:spMkLst>
            <pc:docMk/>
            <pc:sldMk cId="314674080" sldId="256"/>
            <ac:spMk id="4" creationId="{6FFB70D1-AA0C-F965-E8E1-0F6C4D582AA8}"/>
          </ac:spMkLst>
        </pc:spChg>
        <pc:spChg chg="add del mod">
          <ac:chgData name="Jeffrey Sirard" userId="788d52b2-c187-451d-842e-1b2b1165ac73" providerId="ADAL" clId="{5F2D818F-93F0-4BEB-B580-50E7A19F5F7A}" dt="2026-10-29T01:00:02.374" v="11821" actId="26606"/>
          <ac:spMkLst>
            <pc:docMk/>
            <pc:sldMk cId="314674080" sldId="256"/>
            <ac:spMk id="8" creationId="{B8C344FD-D7F1-E872-C991-39A470DAD7F6}"/>
          </ac:spMkLst>
        </pc:spChg>
        <pc:picChg chg="add del">
          <ac:chgData name="Jeffrey Sirard" userId="788d52b2-c187-451d-842e-1b2b1165ac73" providerId="ADAL" clId="{5F2D818F-93F0-4BEB-B580-50E7A19F5F7A}" dt="2026-10-29T01:00:04.884" v="11823" actId="26606"/>
          <ac:picMkLst>
            <pc:docMk/>
            <pc:sldMk cId="314674080" sldId="256"/>
            <ac:picMk id="5" creationId="{9A104B88-764A-5E6D-92FD-2B006D784E4A}"/>
          </ac:picMkLst>
        </pc:picChg>
        <pc:picChg chg="add del">
          <ac:chgData name="Jeffrey Sirard" userId="788d52b2-c187-451d-842e-1b2b1165ac73" providerId="ADAL" clId="{5F2D818F-93F0-4BEB-B580-50E7A19F5F7A}" dt="2026-10-29T01:00:09.768" v="11825" actId="26606"/>
          <ac:picMkLst>
            <pc:docMk/>
            <pc:sldMk cId="314674080" sldId="256"/>
            <ac:picMk id="7" creationId="{9CF6A417-1B78-82F3-BF6A-92726B7CEE5F}"/>
          </ac:picMkLst>
        </pc:picChg>
      </pc:sldChg>
      <pc:sldChg chg="addSp delSp modSp new mod modNotesTx">
        <pc:chgData name="Jeffrey Sirard" userId="788d52b2-c187-451d-842e-1b2b1165ac73" providerId="ADAL" clId="{5F2D818F-93F0-4BEB-B580-50E7A19F5F7A}" dt="2026-10-29T00:32:02.397" v="10706" actId="113"/>
        <pc:sldMkLst>
          <pc:docMk/>
          <pc:sldMk cId="205251213" sldId="257"/>
        </pc:sldMkLst>
        <pc:spChg chg="mod">
          <ac:chgData name="Jeffrey Sirard" userId="788d52b2-c187-451d-842e-1b2b1165ac73" providerId="ADAL" clId="{5F2D818F-93F0-4BEB-B580-50E7A19F5F7A}" dt="2026-10-28T18:24:57.752" v="5486" actId="20577"/>
          <ac:spMkLst>
            <pc:docMk/>
            <pc:sldMk cId="205251213" sldId="257"/>
            <ac:spMk id="2" creationId="{B04CE20A-BA7F-F48A-4A86-8090126B1283}"/>
          </ac:spMkLst>
        </pc:spChg>
        <pc:spChg chg="add mod">
          <ac:chgData name="Jeffrey Sirard" userId="788d52b2-c187-451d-842e-1b2b1165ac73" providerId="ADAL" clId="{5F2D818F-93F0-4BEB-B580-50E7A19F5F7A}" dt="2026-10-28T18:08:07.207" v="5283" actId="1076"/>
          <ac:spMkLst>
            <pc:docMk/>
            <pc:sldMk cId="205251213" sldId="257"/>
            <ac:spMk id="14" creationId="{538767E3-51E7-3C20-5AB3-978686BADDF9}"/>
          </ac:spMkLst>
        </pc:spChg>
        <pc:spChg chg="add mod">
          <ac:chgData name="Jeffrey Sirard" userId="788d52b2-c187-451d-842e-1b2b1165ac73" providerId="ADAL" clId="{5F2D818F-93F0-4BEB-B580-50E7A19F5F7A}" dt="2026-10-28T18:08:10.623" v="5284" actId="1076"/>
          <ac:spMkLst>
            <pc:docMk/>
            <pc:sldMk cId="205251213" sldId="257"/>
            <ac:spMk id="16" creationId="{E876799F-DF10-9D5C-C87B-2CFD96AA5445}"/>
          </ac:spMkLst>
        </pc:spChg>
        <pc:spChg chg="add mod">
          <ac:chgData name="Jeffrey Sirard" userId="788d52b2-c187-451d-842e-1b2b1165ac73" providerId="ADAL" clId="{5F2D818F-93F0-4BEB-B580-50E7A19F5F7A}" dt="2026-10-28T23:28:25.280" v="6594" actId="1076"/>
          <ac:spMkLst>
            <pc:docMk/>
            <pc:sldMk cId="205251213" sldId="257"/>
            <ac:spMk id="20" creationId="{ADCC20EF-9BF6-6721-785A-C804001F40A5}"/>
          </ac:spMkLst>
        </pc:spChg>
        <pc:spChg chg="add mod">
          <ac:chgData name="Jeffrey Sirard" userId="788d52b2-c187-451d-842e-1b2b1165ac73" providerId="ADAL" clId="{5F2D818F-93F0-4BEB-B580-50E7A19F5F7A}" dt="2026-10-28T18:26:16.456" v="5500" actId="14100"/>
          <ac:spMkLst>
            <pc:docMk/>
            <pc:sldMk cId="205251213" sldId="257"/>
            <ac:spMk id="25" creationId="{E511E56F-103C-42A5-B3C4-AAD309C83CBF}"/>
          </ac:spMkLst>
        </pc:spChg>
        <pc:picChg chg="add mod">
          <ac:chgData name="Jeffrey Sirard" userId="788d52b2-c187-451d-842e-1b2b1165ac73" providerId="ADAL" clId="{5F2D818F-93F0-4BEB-B580-50E7A19F5F7A}" dt="2026-10-28T18:08:02.147" v="5282" actId="1076"/>
          <ac:picMkLst>
            <pc:docMk/>
            <pc:sldMk cId="205251213" sldId="257"/>
            <ac:picMk id="5" creationId="{5E19B660-5FC2-8C18-2BF9-8A0016B099B0}"/>
          </ac:picMkLst>
        </pc:picChg>
        <pc:picChg chg="add mod ord">
          <ac:chgData name="Jeffrey Sirard" userId="788d52b2-c187-451d-842e-1b2b1165ac73" providerId="ADAL" clId="{5F2D818F-93F0-4BEB-B580-50E7A19F5F7A}" dt="2026-10-28T18:07:55.917" v="5280" actId="1076"/>
          <ac:picMkLst>
            <pc:docMk/>
            <pc:sldMk cId="205251213" sldId="257"/>
            <ac:picMk id="11" creationId="{3C3E17C1-37E9-53EC-5966-594149D7B0FC}"/>
          </ac:picMkLst>
        </pc:picChg>
        <pc:picChg chg="add mod">
          <ac:chgData name="Jeffrey Sirard" userId="788d52b2-c187-451d-842e-1b2b1165ac73" providerId="ADAL" clId="{5F2D818F-93F0-4BEB-B580-50E7A19F5F7A}" dt="2026-10-28T18:26:00.869" v="5497" actId="1076"/>
          <ac:picMkLst>
            <pc:docMk/>
            <pc:sldMk cId="205251213" sldId="257"/>
            <ac:picMk id="13" creationId="{1FD3F58B-85DD-E9E1-CF7D-871C0F6CA9C5}"/>
          </ac:picMkLst>
        </pc:picChg>
      </pc:sldChg>
      <pc:sldChg chg="addSp delSp modSp new mod modNotesTx">
        <pc:chgData name="Jeffrey Sirard" userId="788d52b2-c187-451d-842e-1b2b1165ac73" providerId="ADAL" clId="{5F2D818F-93F0-4BEB-B580-50E7A19F5F7A}" dt="2026-10-29T00:32:17.133" v="10710" actId="113"/>
        <pc:sldMkLst>
          <pc:docMk/>
          <pc:sldMk cId="2110386601" sldId="259"/>
        </pc:sldMkLst>
        <pc:spChg chg="mod">
          <ac:chgData name="Jeffrey Sirard" userId="788d52b2-c187-451d-842e-1b2b1165ac73" providerId="ADAL" clId="{5F2D818F-93F0-4BEB-B580-50E7A19F5F7A}" dt="2026-10-28T18:22:09.246" v="5434" actId="114"/>
          <ac:spMkLst>
            <pc:docMk/>
            <pc:sldMk cId="2110386601" sldId="259"/>
            <ac:spMk id="2" creationId="{7C6DCF66-E646-A9AF-BB9A-2B88AF4783D3}"/>
          </ac:spMkLst>
        </pc:spChg>
        <pc:spChg chg="add del mod">
          <ac:chgData name="Jeffrey Sirard" userId="788d52b2-c187-451d-842e-1b2b1165ac73" providerId="ADAL" clId="{5F2D818F-93F0-4BEB-B580-50E7A19F5F7A}" dt="2026-10-28T15:55:42.605" v="4173" actId="114"/>
          <ac:spMkLst>
            <pc:docMk/>
            <pc:sldMk cId="2110386601" sldId="259"/>
            <ac:spMk id="3" creationId="{D9CCA539-4DC7-312A-F94A-5289386C4CC5}"/>
          </ac:spMkLst>
        </pc:spChg>
        <pc:graphicFrameChg chg="add mod modGraphic">
          <ac:chgData name="Jeffrey Sirard" userId="788d52b2-c187-451d-842e-1b2b1165ac73" providerId="ADAL" clId="{5F2D818F-93F0-4BEB-B580-50E7A19F5F7A}" dt="2026-10-28T15:52:45.641" v="3992" actId="14734"/>
          <ac:graphicFrameMkLst>
            <pc:docMk/>
            <pc:sldMk cId="2110386601" sldId="259"/>
            <ac:graphicFrameMk id="8" creationId="{A31142AB-B86E-093B-3BF8-75CE0C1AE628}"/>
          </ac:graphicFrameMkLst>
        </pc:graphicFrameChg>
        <pc:picChg chg="add mod modCrop">
          <ac:chgData name="Jeffrey Sirard" userId="788d52b2-c187-451d-842e-1b2b1165ac73" providerId="ADAL" clId="{5F2D818F-93F0-4BEB-B580-50E7A19F5F7A}" dt="2026-10-28T15:34:51.481" v="3687" actId="208"/>
          <ac:picMkLst>
            <pc:docMk/>
            <pc:sldMk cId="2110386601" sldId="259"/>
            <ac:picMk id="5" creationId="{853BF90B-E33D-EA48-1663-3578B98D1E7C}"/>
          </ac:picMkLst>
        </pc:picChg>
      </pc:sldChg>
      <pc:sldChg chg="addSp delSp modSp new mod ord modNotesTx">
        <pc:chgData name="Jeffrey Sirard" userId="788d52b2-c187-451d-842e-1b2b1165ac73" providerId="ADAL" clId="{5F2D818F-93F0-4BEB-B580-50E7A19F5F7A}" dt="2026-10-29T00:55:02.843" v="11801" actId="20577"/>
        <pc:sldMkLst>
          <pc:docMk/>
          <pc:sldMk cId="1106268536" sldId="261"/>
        </pc:sldMkLst>
        <pc:spChg chg="mod">
          <ac:chgData name="Jeffrey Sirard" userId="788d52b2-c187-451d-842e-1b2b1165ac73" providerId="ADAL" clId="{5F2D818F-93F0-4BEB-B580-50E7A19F5F7A}" dt="2026-10-28T18:22:15.483" v="5436" actId="114"/>
          <ac:spMkLst>
            <pc:docMk/>
            <pc:sldMk cId="1106268536" sldId="261"/>
            <ac:spMk id="2" creationId="{3639D979-2CF2-6F6D-DB58-A57E1C0649C8}"/>
          </ac:spMkLst>
        </pc:spChg>
        <pc:spChg chg="add mod">
          <ac:chgData name="Jeffrey Sirard" userId="788d52b2-c187-451d-842e-1b2b1165ac73" providerId="ADAL" clId="{5F2D818F-93F0-4BEB-B580-50E7A19F5F7A}" dt="2026-10-29T00:55:02.843" v="11801" actId="20577"/>
          <ac:spMkLst>
            <pc:docMk/>
            <pc:sldMk cId="1106268536" sldId="261"/>
            <ac:spMk id="10" creationId="{79B14D30-B781-A52C-48AE-F40B5931C3B8}"/>
          </ac:spMkLst>
        </pc:spChg>
        <pc:spChg chg="add mod">
          <ac:chgData name="Jeffrey Sirard" userId="788d52b2-c187-451d-842e-1b2b1165ac73" providerId="ADAL" clId="{5F2D818F-93F0-4BEB-B580-50E7A19F5F7A}" dt="2026-10-28T18:18:37.937" v="5390" actId="1076"/>
          <ac:spMkLst>
            <pc:docMk/>
            <pc:sldMk cId="1106268536" sldId="261"/>
            <ac:spMk id="15" creationId="{A2088E56-3FA3-5CBB-84D2-F12155CBD181}"/>
          </ac:spMkLst>
        </pc:spChg>
        <pc:spChg chg="add mod">
          <ac:chgData name="Jeffrey Sirard" userId="788d52b2-c187-451d-842e-1b2b1165ac73" providerId="ADAL" clId="{5F2D818F-93F0-4BEB-B580-50E7A19F5F7A}" dt="2026-10-28T16:55:36.974" v="5226" actId="1076"/>
          <ac:spMkLst>
            <pc:docMk/>
            <pc:sldMk cId="1106268536" sldId="261"/>
            <ac:spMk id="17" creationId="{93CCD90F-C355-FF33-15B6-5BBD45F34B4E}"/>
          </ac:spMkLst>
        </pc:spChg>
        <pc:spChg chg="add mod">
          <ac:chgData name="Jeffrey Sirard" userId="788d52b2-c187-451d-842e-1b2b1165ac73" providerId="ADAL" clId="{5F2D818F-93F0-4BEB-B580-50E7A19F5F7A}" dt="2026-10-28T16:55:40.448" v="5227" actId="1076"/>
          <ac:spMkLst>
            <pc:docMk/>
            <pc:sldMk cId="1106268536" sldId="261"/>
            <ac:spMk id="19" creationId="{32CAF1F1-E917-7B69-5A93-1B0D2358847A}"/>
          </ac:spMkLst>
        </pc:spChg>
        <pc:spChg chg="add mod">
          <ac:chgData name="Jeffrey Sirard" userId="788d52b2-c187-451d-842e-1b2b1165ac73" providerId="ADAL" clId="{5F2D818F-93F0-4BEB-B580-50E7A19F5F7A}" dt="2026-10-28T18:18:42.832" v="5391" actId="1076"/>
          <ac:spMkLst>
            <pc:docMk/>
            <pc:sldMk cId="1106268536" sldId="261"/>
            <ac:spMk id="20" creationId="{EF201B12-FED3-C373-C8A2-D80F43A426F2}"/>
          </ac:spMkLst>
        </pc:spChg>
        <pc:spChg chg="add mod">
          <ac:chgData name="Jeffrey Sirard" userId="788d52b2-c187-451d-842e-1b2b1165ac73" providerId="ADAL" clId="{5F2D818F-93F0-4BEB-B580-50E7A19F5F7A}" dt="2026-10-28T16:55:58.890" v="5231" actId="1076"/>
          <ac:spMkLst>
            <pc:docMk/>
            <pc:sldMk cId="1106268536" sldId="261"/>
            <ac:spMk id="22" creationId="{5C1479B5-54D0-5819-2A03-0FB930DDBBDB}"/>
          </ac:spMkLst>
        </pc:spChg>
        <pc:spChg chg="add mod">
          <ac:chgData name="Jeffrey Sirard" userId="788d52b2-c187-451d-842e-1b2b1165ac73" providerId="ADAL" clId="{5F2D818F-93F0-4BEB-B580-50E7A19F5F7A}" dt="2026-10-28T16:55:52.211" v="5230" actId="1076"/>
          <ac:spMkLst>
            <pc:docMk/>
            <pc:sldMk cId="1106268536" sldId="261"/>
            <ac:spMk id="24" creationId="{17618106-AE35-CFCF-08BB-6EC495789E46}"/>
          </ac:spMkLst>
        </pc:spChg>
        <pc:spChg chg="add mod">
          <ac:chgData name="Jeffrey Sirard" userId="788d52b2-c187-451d-842e-1b2b1165ac73" providerId="ADAL" clId="{5F2D818F-93F0-4BEB-B580-50E7A19F5F7A}" dt="2026-10-29T00:53:35.740" v="11794" actId="207"/>
          <ac:spMkLst>
            <pc:docMk/>
            <pc:sldMk cId="1106268536" sldId="261"/>
            <ac:spMk id="27" creationId="{9AB5091C-D7F0-13FF-6B58-413445D2F0DD}"/>
          </ac:spMkLst>
        </pc:spChg>
        <pc:spChg chg="add mod">
          <ac:chgData name="Jeffrey Sirard" userId="788d52b2-c187-451d-842e-1b2b1165ac73" providerId="ADAL" clId="{5F2D818F-93F0-4BEB-B580-50E7A19F5F7A}" dt="2026-10-29T00:53:43.546" v="11795" actId="207"/>
          <ac:spMkLst>
            <pc:docMk/>
            <pc:sldMk cId="1106268536" sldId="261"/>
            <ac:spMk id="28" creationId="{8BC0897F-C2E2-C379-7396-B010D52C6122}"/>
          </ac:spMkLst>
        </pc:spChg>
        <pc:picChg chg="add mod modCrop">
          <ac:chgData name="Jeffrey Sirard" userId="788d52b2-c187-451d-842e-1b2b1165ac73" providerId="ADAL" clId="{5F2D818F-93F0-4BEB-B580-50E7A19F5F7A}" dt="2026-10-28T16:31:56.840" v="4693" actId="1076"/>
          <ac:picMkLst>
            <pc:docMk/>
            <pc:sldMk cId="1106268536" sldId="261"/>
            <ac:picMk id="5" creationId="{0AF4C341-FD1B-8EFC-9A44-FB31A21599CA}"/>
          </ac:picMkLst>
        </pc:picChg>
        <pc:picChg chg="add mod modCrop">
          <ac:chgData name="Jeffrey Sirard" userId="788d52b2-c187-451d-842e-1b2b1165ac73" providerId="ADAL" clId="{5F2D818F-93F0-4BEB-B580-50E7A19F5F7A}" dt="2026-10-28T18:18:35.011" v="5389" actId="1076"/>
          <ac:picMkLst>
            <pc:docMk/>
            <pc:sldMk cId="1106268536" sldId="261"/>
            <ac:picMk id="7" creationId="{B2548C8D-7D3A-6965-B046-2A1AACE5BA48}"/>
          </ac:picMkLst>
        </pc:picChg>
      </pc:sldChg>
      <pc:sldChg chg="addSp delSp modSp add mod modNotesTx">
        <pc:chgData name="Jeffrey Sirard" userId="788d52b2-c187-451d-842e-1b2b1165ac73" providerId="ADAL" clId="{5F2D818F-93F0-4BEB-B580-50E7A19F5F7A}" dt="2026-10-29T00:53:57.514" v="11796" actId="207"/>
        <pc:sldMkLst>
          <pc:docMk/>
          <pc:sldMk cId="2954494940" sldId="262"/>
        </pc:sldMkLst>
        <pc:spChg chg="mod">
          <ac:chgData name="Jeffrey Sirard" userId="788d52b2-c187-451d-842e-1b2b1165ac73" providerId="ADAL" clId="{5F2D818F-93F0-4BEB-B580-50E7A19F5F7A}" dt="2026-10-28T18:22:12.333" v="5435" actId="114"/>
          <ac:spMkLst>
            <pc:docMk/>
            <pc:sldMk cId="2954494940" sldId="262"/>
            <ac:spMk id="2" creationId="{45344B64-2C89-1FC0-AD3A-A8C381B5A947}"/>
          </ac:spMkLst>
        </pc:spChg>
        <pc:spChg chg="mod">
          <ac:chgData name="Jeffrey Sirard" userId="788d52b2-c187-451d-842e-1b2b1165ac73" providerId="ADAL" clId="{5F2D818F-93F0-4BEB-B580-50E7A19F5F7A}" dt="2026-10-29T00:53:57.514" v="11796" actId="207"/>
          <ac:spMkLst>
            <pc:docMk/>
            <pc:sldMk cId="2954494940" sldId="262"/>
            <ac:spMk id="3" creationId="{2E3D7F86-89DB-68EA-CD9A-B79ECC182A91}"/>
          </ac:spMkLst>
        </pc:spChg>
        <pc:graphicFrameChg chg="add del mod modGraphic">
          <ac:chgData name="Jeffrey Sirard" userId="788d52b2-c187-451d-842e-1b2b1165ac73" providerId="ADAL" clId="{5F2D818F-93F0-4BEB-B580-50E7A19F5F7A}" dt="2026-10-28T23:31:14.978" v="6600" actId="20577"/>
          <ac:graphicFrameMkLst>
            <pc:docMk/>
            <pc:sldMk cId="2954494940" sldId="262"/>
            <ac:graphicFrameMk id="7" creationId="{03BE7BAC-2763-478A-759D-5B8F21747D8F}"/>
          </ac:graphicFrameMkLst>
        </pc:graphicFrameChg>
        <pc:picChg chg="add mod">
          <ac:chgData name="Jeffrey Sirard" userId="788d52b2-c187-451d-842e-1b2b1165ac73" providerId="ADAL" clId="{5F2D818F-93F0-4BEB-B580-50E7A19F5F7A}" dt="2026-10-28T15:35:25.658" v="3698" actId="208"/>
          <ac:picMkLst>
            <pc:docMk/>
            <pc:sldMk cId="2954494940" sldId="262"/>
            <ac:picMk id="6" creationId="{67F021AB-40CA-DA02-248A-8E8C5DE5A1A3}"/>
          </ac:picMkLst>
        </pc:picChg>
      </pc:sldChg>
      <pc:sldChg chg="addSp delSp modSp add mod modNotesTx">
        <pc:chgData name="Jeffrey Sirard" userId="788d52b2-c187-451d-842e-1b2b1165ac73" providerId="ADAL" clId="{5F2D818F-93F0-4BEB-B580-50E7A19F5F7A}" dt="2026-10-29T00:52:52.251" v="11793" actId="20577"/>
        <pc:sldMkLst>
          <pc:docMk/>
          <pc:sldMk cId="180488883" sldId="263"/>
        </pc:sldMkLst>
        <pc:spChg chg="mod">
          <ac:chgData name="Jeffrey Sirard" userId="788d52b2-c187-451d-842e-1b2b1165ac73" providerId="ADAL" clId="{5F2D818F-93F0-4BEB-B580-50E7A19F5F7A}" dt="2026-10-28T18:41:48.044" v="5889" actId="114"/>
          <ac:spMkLst>
            <pc:docMk/>
            <pc:sldMk cId="180488883" sldId="263"/>
            <ac:spMk id="2" creationId="{68146BD7-E60B-8105-3EC9-9C69C81BAA46}"/>
          </ac:spMkLst>
        </pc:spChg>
        <pc:spChg chg="mod">
          <ac:chgData name="Jeffrey Sirard" userId="788d52b2-c187-451d-842e-1b2b1165ac73" providerId="ADAL" clId="{5F2D818F-93F0-4BEB-B580-50E7A19F5F7A}" dt="2026-10-28T23:25:28.951" v="6579" actId="20577"/>
          <ac:spMkLst>
            <pc:docMk/>
            <pc:sldMk cId="180488883" sldId="263"/>
            <ac:spMk id="3" creationId="{9E80B481-54E2-3FCD-1E8A-32A9BEFDCE4C}"/>
          </ac:spMkLst>
        </pc:spChg>
      </pc:sldChg>
      <pc:sldChg chg="addSp delSp modSp add mod modNotesTx">
        <pc:chgData name="Jeffrey Sirard" userId="788d52b2-c187-451d-842e-1b2b1165ac73" providerId="ADAL" clId="{5F2D818F-93F0-4BEB-B580-50E7A19F5F7A}" dt="2026-10-29T00:31:58.790" v="10705" actId="113"/>
        <pc:sldMkLst>
          <pc:docMk/>
          <pc:sldMk cId="2348172103" sldId="264"/>
        </pc:sldMkLst>
        <pc:spChg chg="mod">
          <ac:chgData name="Jeffrey Sirard" userId="788d52b2-c187-451d-842e-1b2b1165ac73" providerId="ADAL" clId="{5F2D818F-93F0-4BEB-B580-50E7A19F5F7A}" dt="2026-10-28T22:55:26.231" v="5958" actId="20577"/>
          <ac:spMkLst>
            <pc:docMk/>
            <pc:sldMk cId="2348172103" sldId="264"/>
            <ac:spMk id="2" creationId="{FCC0FB5D-A3C2-051C-FAA2-25A758C36514}"/>
          </ac:spMkLst>
        </pc:spChg>
        <pc:spChg chg="add mod">
          <ac:chgData name="Jeffrey Sirard" userId="788d52b2-c187-451d-842e-1b2b1165ac73" providerId="ADAL" clId="{5F2D818F-93F0-4BEB-B580-50E7A19F5F7A}" dt="2026-10-28T23:15:23.835" v="6405" actId="14100"/>
          <ac:spMkLst>
            <pc:docMk/>
            <pc:sldMk cId="2348172103" sldId="264"/>
            <ac:spMk id="4" creationId="{17267A0A-60CB-B22C-0F16-A4C9014A04F3}"/>
          </ac:spMkLst>
        </pc:spChg>
        <pc:spChg chg="add mod">
          <ac:chgData name="Jeffrey Sirard" userId="788d52b2-c187-451d-842e-1b2b1165ac73" providerId="ADAL" clId="{5F2D818F-93F0-4BEB-B580-50E7A19F5F7A}" dt="2026-10-28T23:15:20.383" v="6404" actId="1076"/>
          <ac:spMkLst>
            <pc:docMk/>
            <pc:sldMk cId="2348172103" sldId="264"/>
            <ac:spMk id="18" creationId="{A15AA38E-9D9D-F925-27A9-7AA3EFA61246}"/>
          </ac:spMkLst>
        </pc:spChg>
        <pc:spChg chg="add mod">
          <ac:chgData name="Jeffrey Sirard" userId="788d52b2-c187-451d-842e-1b2b1165ac73" providerId="ADAL" clId="{5F2D818F-93F0-4BEB-B580-50E7A19F5F7A}" dt="2026-10-28T23:15:20.383" v="6404" actId="1076"/>
          <ac:spMkLst>
            <pc:docMk/>
            <pc:sldMk cId="2348172103" sldId="264"/>
            <ac:spMk id="22" creationId="{94D01263-8BB9-96AD-602C-1CB1965AADBB}"/>
          </ac:spMkLst>
        </pc:spChg>
        <pc:spChg chg="add mod">
          <ac:chgData name="Jeffrey Sirard" userId="788d52b2-c187-451d-842e-1b2b1165ac73" providerId="ADAL" clId="{5F2D818F-93F0-4BEB-B580-50E7A19F5F7A}" dt="2026-10-28T23:28:00.052" v="6591" actId="121"/>
          <ac:spMkLst>
            <pc:docMk/>
            <pc:sldMk cId="2348172103" sldId="264"/>
            <ac:spMk id="23" creationId="{1479E82B-F044-F862-BE61-01C0F8C99B90}"/>
          </ac:spMkLst>
        </pc:spChg>
        <pc:graphicFrameChg chg="add mod modGraphic">
          <ac:chgData name="Jeffrey Sirard" userId="788d52b2-c187-451d-842e-1b2b1165ac73" providerId="ADAL" clId="{5F2D818F-93F0-4BEB-B580-50E7A19F5F7A}" dt="2026-10-28T23:15:20.383" v="6404" actId="1076"/>
          <ac:graphicFrameMkLst>
            <pc:docMk/>
            <pc:sldMk cId="2348172103" sldId="264"/>
            <ac:graphicFrameMk id="19" creationId="{14251F9F-35CC-FCBF-070A-0BDBD4AF8A3B}"/>
          </ac:graphicFrameMkLst>
        </pc:graphicFrameChg>
        <pc:picChg chg="add mod modCrop">
          <ac:chgData name="Jeffrey Sirard" userId="788d52b2-c187-451d-842e-1b2b1165ac73" providerId="ADAL" clId="{5F2D818F-93F0-4BEB-B580-50E7A19F5F7A}" dt="2026-10-28T23:15:20.383" v="6404" actId="1076"/>
          <ac:picMkLst>
            <pc:docMk/>
            <pc:sldMk cId="2348172103" sldId="264"/>
            <ac:picMk id="12" creationId="{7E0D4EE4-0230-4930-E595-453F7FCD1C6C}"/>
          </ac:picMkLst>
        </pc:picChg>
        <pc:picChg chg="add mod">
          <ac:chgData name="Jeffrey Sirard" userId="788d52b2-c187-451d-842e-1b2b1165ac73" providerId="ADAL" clId="{5F2D818F-93F0-4BEB-B580-50E7A19F5F7A}" dt="2026-10-28T23:15:20.383" v="6404" actId="1076"/>
          <ac:picMkLst>
            <pc:docMk/>
            <pc:sldMk cId="2348172103" sldId="264"/>
            <ac:picMk id="17" creationId="{DD20A549-EAC6-3379-5D5D-A66AAFF44B8D}"/>
          </ac:picMkLst>
        </pc:picChg>
      </pc:sldChg>
      <pc:sldChg chg="addSp delSp modSp new mod modClrScheme chgLayout modNotesTx">
        <pc:chgData name="Jeffrey Sirard" userId="788d52b2-c187-451d-842e-1b2b1165ac73" providerId="ADAL" clId="{5F2D818F-93F0-4BEB-B580-50E7A19F5F7A}" dt="2026-10-29T00:52:20.701" v="11680" actId="20577"/>
        <pc:sldMkLst>
          <pc:docMk/>
          <pc:sldMk cId="1949027210" sldId="265"/>
        </pc:sldMkLst>
        <pc:spChg chg="mod">
          <ac:chgData name="Jeffrey Sirard" userId="788d52b2-c187-451d-842e-1b2b1165ac73" providerId="ADAL" clId="{5F2D818F-93F0-4BEB-B580-50E7A19F5F7A}" dt="2026-10-29T00:49:16.934" v="11432" actId="26606"/>
          <ac:spMkLst>
            <pc:docMk/>
            <pc:sldMk cId="1949027210" sldId="265"/>
            <ac:spMk id="2" creationId="{D6AE78C5-ECAC-B961-CBD1-1C4F846044A7}"/>
          </ac:spMkLst>
        </pc:spChg>
        <pc:spChg chg="del">
          <ac:chgData name="Jeffrey Sirard" userId="788d52b2-c187-451d-842e-1b2b1165ac73" providerId="ADAL" clId="{5F2D818F-93F0-4BEB-B580-50E7A19F5F7A}" dt="2026-10-29T00:47:47.972" v="11427" actId="478"/>
          <ac:spMkLst>
            <pc:docMk/>
            <pc:sldMk cId="1949027210" sldId="265"/>
            <ac:spMk id="3" creationId="{0A4B91E5-B44F-A783-3782-2C7DE8828280}"/>
          </ac:spMkLst>
        </pc:spChg>
        <pc:spChg chg="add mod ord">
          <ac:chgData name="Jeffrey Sirard" userId="788d52b2-c187-451d-842e-1b2b1165ac73" providerId="ADAL" clId="{5F2D818F-93F0-4BEB-B580-50E7A19F5F7A}" dt="2026-10-29T00:50:03.857" v="11442" actId="14100"/>
          <ac:spMkLst>
            <pc:docMk/>
            <pc:sldMk cId="1949027210" sldId="265"/>
            <ac:spMk id="8" creationId="{3FAD58B4-900E-274D-DBEB-ED3742D2E25D}"/>
          </ac:spMkLst>
        </pc:spChg>
        <pc:spChg chg="add del mod">
          <ac:chgData name="Jeffrey Sirard" userId="788d52b2-c187-451d-842e-1b2b1165ac73" providerId="ADAL" clId="{5F2D818F-93F0-4BEB-B580-50E7A19F5F7A}" dt="2026-10-29T00:49:16.934" v="11432" actId="26606"/>
          <ac:spMkLst>
            <pc:docMk/>
            <pc:sldMk cId="1949027210" sldId="265"/>
            <ac:spMk id="10" creationId="{4073098E-C615-6CA3-4B8B-DBB5FC22803B}"/>
          </ac:spMkLst>
        </pc:spChg>
        <pc:spChg chg="add del mod">
          <ac:chgData name="Jeffrey Sirard" userId="788d52b2-c187-451d-842e-1b2b1165ac73" providerId="ADAL" clId="{5F2D818F-93F0-4BEB-B580-50E7A19F5F7A}" dt="2026-10-29T00:49:16.934" v="11432" actId="26606"/>
          <ac:spMkLst>
            <pc:docMk/>
            <pc:sldMk cId="1949027210" sldId="265"/>
            <ac:spMk id="15" creationId="{D0F524DC-7F4C-FCC9-9DB9-BEB5D653E8F5}"/>
          </ac:spMkLst>
        </pc:spChg>
        <pc:picChg chg="add del mod">
          <ac:chgData name="Jeffrey Sirard" userId="788d52b2-c187-451d-842e-1b2b1165ac73" providerId="ADAL" clId="{5F2D818F-93F0-4BEB-B580-50E7A19F5F7A}" dt="2026-10-29T00:49:01.259" v="11429" actId="478"/>
          <ac:picMkLst>
            <pc:docMk/>
            <pc:sldMk cId="1949027210" sldId="265"/>
            <ac:picMk id="5" creationId="{4176F113-E545-119A-0779-E42C2E96F88F}"/>
          </ac:picMkLst>
        </pc:picChg>
        <pc:picChg chg="add mod">
          <ac:chgData name="Jeffrey Sirard" userId="788d52b2-c187-451d-842e-1b2b1165ac73" providerId="ADAL" clId="{5F2D818F-93F0-4BEB-B580-50E7A19F5F7A}" dt="2026-10-29T00:49:30.794" v="11435" actId="1076"/>
          <ac:picMkLst>
            <pc:docMk/>
            <pc:sldMk cId="1949027210" sldId="265"/>
            <ac:picMk id="7" creationId="{2BD778B0-F46C-690E-FEB6-86144E4229E4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2CA853F-BC2B-48B1-AAD0-ED0D0B9897FD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746CCAC3-9DE8-4DAA-9F0F-D0EF2347F93B}">
      <dgm:prSet/>
      <dgm:spPr>
        <a:solidFill>
          <a:srgbClr val="7030A0"/>
        </a:solidFill>
      </dgm:spPr>
      <dgm:t>
        <a:bodyPr/>
        <a:lstStyle/>
        <a:p>
          <a:r>
            <a:rPr lang="en-US" b="1" dirty="0"/>
            <a:t>Data</a:t>
          </a:r>
          <a:endParaRPr lang="en-US" dirty="0"/>
        </a:p>
      </dgm:t>
    </dgm:pt>
    <dgm:pt modelId="{37DC53E2-D24D-48F7-84F0-30348232AD14}" type="parTrans" cxnId="{743DB2EE-CAE9-4131-8A62-B2F9B1A27B05}">
      <dgm:prSet/>
      <dgm:spPr/>
      <dgm:t>
        <a:bodyPr/>
        <a:lstStyle/>
        <a:p>
          <a:endParaRPr lang="en-US"/>
        </a:p>
      </dgm:t>
    </dgm:pt>
    <dgm:pt modelId="{11C46384-C476-4AD0-82CC-758549FEA3E1}" type="sibTrans" cxnId="{743DB2EE-CAE9-4131-8A62-B2F9B1A27B05}">
      <dgm:prSet/>
      <dgm:spPr/>
      <dgm:t>
        <a:bodyPr/>
        <a:lstStyle/>
        <a:p>
          <a:endParaRPr lang="en-US"/>
        </a:p>
      </dgm:t>
    </dgm:pt>
    <dgm:pt modelId="{244C3F9B-0212-4453-A1D3-EFC968D17D16}">
      <dgm:prSet/>
      <dgm:spPr>
        <a:solidFill>
          <a:srgbClr val="0070C0"/>
        </a:solidFill>
      </dgm:spPr>
      <dgm:t>
        <a:bodyPr/>
        <a:lstStyle/>
        <a:p>
          <a:r>
            <a:rPr lang="en-US" b="1" dirty="0"/>
            <a:t>Information</a:t>
          </a:r>
          <a:endParaRPr lang="en-US" dirty="0"/>
        </a:p>
      </dgm:t>
    </dgm:pt>
    <dgm:pt modelId="{35ADACB5-7C9E-400D-9218-9CC133DA38C7}" type="parTrans" cxnId="{B1966C0C-1740-4CFA-AD32-34CBFFCBC64F}">
      <dgm:prSet/>
      <dgm:spPr/>
      <dgm:t>
        <a:bodyPr/>
        <a:lstStyle/>
        <a:p>
          <a:endParaRPr lang="en-US"/>
        </a:p>
      </dgm:t>
    </dgm:pt>
    <dgm:pt modelId="{72D9318D-ABBB-4C6A-AAE9-79E60AAF266E}" type="sibTrans" cxnId="{B1966C0C-1740-4CFA-AD32-34CBFFCBC64F}">
      <dgm:prSet/>
      <dgm:spPr/>
      <dgm:t>
        <a:bodyPr/>
        <a:lstStyle/>
        <a:p>
          <a:endParaRPr lang="en-US"/>
        </a:p>
      </dgm:t>
    </dgm:pt>
    <dgm:pt modelId="{F74F13C8-4EBF-4DEF-B6E8-A15C55B25DBB}">
      <dgm:prSet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r>
            <a:rPr lang="en-US" b="1" dirty="0"/>
            <a:t>Wisdom</a:t>
          </a:r>
          <a:endParaRPr lang="en-US" dirty="0"/>
        </a:p>
      </dgm:t>
    </dgm:pt>
    <dgm:pt modelId="{211FE9B7-E5AE-4B30-8F64-C26A5C1DAA91}" type="parTrans" cxnId="{76DF3CD5-2CEF-43D9-935D-68C4231194B0}">
      <dgm:prSet/>
      <dgm:spPr/>
      <dgm:t>
        <a:bodyPr/>
        <a:lstStyle/>
        <a:p>
          <a:endParaRPr lang="en-US"/>
        </a:p>
      </dgm:t>
    </dgm:pt>
    <dgm:pt modelId="{B5E9BB62-FCD8-4BE4-82F1-7755D5FD5F00}" type="sibTrans" cxnId="{76DF3CD5-2CEF-43D9-935D-68C4231194B0}">
      <dgm:prSet/>
      <dgm:spPr/>
      <dgm:t>
        <a:bodyPr/>
        <a:lstStyle/>
        <a:p>
          <a:endParaRPr lang="en-US"/>
        </a:p>
      </dgm:t>
    </dgm:pt>
    <dgm:pt modelId="{59A0B028-96FE-4EF9-8C76-0659BFFA9147}">
      <dgm:prSet/>
      <dgm:spPr>
        <a:solidFill>
          <a:srgbClr val="92D050"/>
        </a:solidFill>
      </dgm:spPr>
      <dgm:t>
        <a:bodyPr/>
        <a:lstStyle/>
        <a:p>
          <a:r>
            <a:rPr lang="en-US" b="1" dirty="0"/>
            <a:t>Story</a:t>
          </a:r>
          <a:endParaRPr lang="en-US" dirty="0"/>
        </a:p>
      </dgm:t>
    </dgm:pt>
    <dgm:pt modelId="{8E442667-8B71-4A4D-9CD1-50EA83569F81}" type="parTrans" cxnId="{A8A835C6-AB29-442E-80E0-93BA908847A1}">
      <dgm:prSet/>
      <dgm:spPr/>
      <dgm:t>
        <a:bodyPr/>
        <a:lstStyle/>
        <a:p>
          <a:endParaRPr lang="en-US"/>
        </a:p>
      </dgm:t>
    </dgm:pt>
    <dgm:pt modelId="{6BAEB57F-3BF6-49A0-9082-066C87938007}" type="sibTrans" cxnId="{A8A835C6-AB29-442E-80E0-93BA908847A1}">
      <dgm:prSet/>
      <dgm:spPr/>
      <dgm:t>
        <a:bodyPr/>
        <a:lstStyle/>
        <a:p>
          <a:endParaRPr lang="en-US"/>
        </a:p>
      </dgm:t>
    </dgm:pt>
    <dgm:pt modelId="{18818327-4969-47B9-B611-86314B2F313D}" type="pres">
      <dgm:prSet presAssocID="{B2CA853F-BC2B-48B1-AAD0-ED0D0B9897FD}" presName="linear" presStyleCnt="0">
        <dgm:presLayoutVars>
          <dgm:animLvl val="lvl"/>
          <dgm:resizeHandles val="exact"/>
        </dgm:presLayoutVars>
      </dgm:prSet>
      <dgm:spPr/>
    </dgm:pt>
    <dgm:pt modelId="{BACE659E-5473-4EE8-9884-1F4FE39B62F0}" type="pres">
      <dgm:prSet presAssocID="{746CCAC3-9DE8-4DAA-9F0F-D0EF2347F93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F623844-AA5B-45AE-815D-83DEBA961146}" type="pres">
      <dgm:prSet presAssocID="{11C46384-C476-4AD0-82CC-758549FEA3E1}" presName="spacer" presStyleCnt="0"/>
      <dgm:spPr/>
    </dgm:pt>
    <dgm:pt modelId="{DFAA111D-F4DD-46BE-8A63-40485CB24471}" type="pres">
      <dgm:prSet presAssocID="{244C3F9B-0212-4453-A1D3-EFC968D17D1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51D5B21-02DB-492C-B3EE-90B5D2AAEB09}" type="pres">
      <dgm:prSet presAssocID="{72D9318D-ABBB-4C6A-AAE9-79E60AAF266E}" presName="spacer" presStyleCnt="0"/>
      <dgm:spPr/>
    </dgm:pt>
    <dgm:pt modelId="{6FA4F960-58F5-4ACB-9585-6A4A84EF72B4}" type="pres">
      <dgm:prSet presAssocID="{F74F13C8-4EBF-4DEF-B6E8-A15C55B25DB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05EF20D-F40D-4282-AC11-5CAB2111EAFC}" type="pres">
      <dgm:prSet presAssocID="{B5E9BB62-FCD8-4BE4-82F1-7755D5FD5F00}" presName="spacer" presStyleCnt="0"/>
      <dgm:spPr/>
    </dgm:pt>
    <dgm:pt modelId="{EB2AAC8A-C142-4A7A-93E9-1CF1BF4011A9}" type="pres">
      <dgm:prSet presAssocID="{59A0B028-96FE-4EF9-8C76-0659BFFA914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1966C0C-1740-4CFA-AD32-34CBFFCBC64F}" srcId="{B2CA853F-BC2B-48B1-AAD0-ED0D0B9897FD}" destId="{244C3F9B-0212-4453-A1D3-EFC968D17D16}" srcOrd="1" destOrd="0" parTransId="{35ADACB5-7C9E-400D-9218-9CC133DA38C7}" sibTransId="{72D9318D-ABBB-4C6A-AAE9-79E60AAF266E}"/>
    <dgm:cxn modelId="{263EDA1B-87CC-4BA2-AF4A-89B13E66D642}" type="presOf" srcId="{B2CA853F-BC2B-48B1-AAD0-ED0D0B9897FD}" destId="{18818327-4969-47B9-B611-86314B2F313D}" srcOrd="0" destOrd="0" presId="urn:microsoft.com/office/officeart/2005/8/layout/vList2"/>
    <dgm:cxn modelId="{34BA314E-D2E5-4580-825A-DA3DF70ED01E}" type="presOf" srcId="{59A0B028-96FE-4EF9-8C76-0659BFFA9147}" destId="{EB2AAC8A-C142-4A7A-93E9-1CF1BF4011A9}" srcOrd="0" destOrd="0" presId="urn:microsoft.com/office/officeart/2005/8/layout/vList2"/>
    <dgm:cxn modelId="{07183E8A-D660-4E3C-8B13-FEF83A6C2AE4}" type="presOf" srcId="{244C3F9B-0212-4453-A1D3-EFC968D17D16}" destId="{DFAA111D-F4DD-46BE-8A63-40485CB24471}" srcOrd="0" destOrd="0" presId="urn:microsoft.com/office/officeart/2005/8/layout/vList2"/>
    <dgm:cxn modelId="{CF8907C4-8E5F-4F77-B8BA-6A2AC52FDAEA}" type="presOf" srcId="{746CCAC3-9DE8-4DAA-9F0F-D0EF2347F93B}" destId="{BACE659E-5473-4EE8-9884-1F4FE39B62F0}" srcOrd="0" destOrd="0" presId="urn:microsoft.com/office/officeart/2005/8/layout/vList2"/>
    <dgm:cxn modelId="{A8A835C6-AB29-442E-80E0-93BA908847A1}" srcId="{B2CA853F-BC2B-48B1-AAD0-ED0D0B9897FD}" destId="{59A0B028-96FE-4EF9-8C76-0659BFFA9147}" srcOrd="3" destOrd="0" parTransId="{8E442667-8B71-4A4D-9CD1-50EA83569F81}" sibTransId="{6BAEB57F-3BF6-49A0-9082-066C87938007}"/>
    <dgm:cxn modelId="{76DF3CD5-2CEF-43D9-935D-68C4231194B0}" srcId="{B2CA853F-BC2B-48B1-AAD0-ED0D0B9897FD}" destId="{F74F13C8-4EBF-4DEF-B6E8-A15C55B25DBB}" srcOrd="2" destOrd="0" parTransId="{211FE9B7-E5AE-4B30-8F64-C26A5C1DAA91}" sibTransId="{B5E9BB62-FCD8-4BE4-82F1-7755D5FD5F00}"/>
    <dgm:cxn modelId="{743DB2EE-CAE9-4131-8A62-B2F9B1A27B05}" srcId="{B2CA853F-BC2B-48B1-AAD0-ED0D0B9897FD}" destId="{746CCAC3-9DE8-4DAA-9F0F-D0EF2347F93B}" srcOrd="0" destOrd="0" parTransId="{37DC53E2-D24D-48F7-84F0-30348232AD14}" sibTransId="{11C46384-C476-4AD0-82CC-758549FEA3E1}"/>
    <dgm:cxn modelId="{E4E466FC-CE4C-4185-A824-496E6DE984DA}" type="presOf" srcId="{F74F13C8-4EBF-4DEF-B6E8-A15C55B25DBB}" destId="{6FA4F960-58F5-4ACB-9585-6A4A84EF72B4}" srcOrd="0" destOrd="0" presId="urn:microsoft.com/office/officeart/2005/8/layout/vList2"/>
    <dgm:cxn modelId="{95A78B7E-8FE1-4EA0-8BB6-755CD14D3DCB}" type="presParOf" srcId="{18818327-4969-47B9-B611-86314B2F313D}" destId="{BACE659E-5473-4EE8-9884-1F4FE39B62F0}" srcOrd="0" destOrd="0" presId="urn:microsoft.com/office/officeart/2005/8/layout/vList2"/>
    <dgm:cxn modelId="{7522DDE2-54D8-4279-8E55-0593D0E35E87}" type="presParOf" srcId="{18818327-4969-47B9-B611-86314B2F313D}" destId="{1F623844-AA5B-45AE-815D-83DEBA961146}" srcOrd="1" destOrd="0" presId="urn:microsoft.com/office/officeart/2005/8/layout/vList2"/>
    <dgm:cxn modelId="{DC2B6B82-B27D-4AE1-AF50-D3ABDBCEF132}" type="presParOf" srcId="{18818327-4969-47B9-B611-86314B2F313D}" destId="{DFAA111D-F4DD-46BE-8A63-40485CB24471}" srcOrd="2" destOrd="0" presId="urn:microsoft.com/office/officeart/2005/8/layout/vList2"/>
    <dgm:cxn modelId="{A344BD9D-8DA0-47DE-A0F3-909EF95BC3B4}" type="presParOf" srcId="{18818327-4969-47B9-B611-86314B2F313D}" destId="{551D5B21-02DB-492C-B3EE-90B5D2AAEB09}" srcOrd="3" destOrd="0" presId="urn:microsoft.com/office/officeart/2005/8/layout/vList2"/>
    <dgm:cxn modelId="{1EEE4663-4EB0-49DA-B30A-C312D690363C}" type="presParOf" srcId="{18818327-4969-47B9-B611-86314B2F313D}" destId="{6FA4F960-58F5-4ACB-9585-6A4A84EF72B4}" srcOrd="4" destOrd="0" presId="urn:microsoft.com/office/officeart/2005/8/layout/vList2"/>
    <dgm:cxn modelId="{51125A72-BFFC-4EF6-9C3C-733B69D61537}" type="presParOf" srcId="{18818327-4969-47B9-B611-86314B2F313D}" destId="{705EF20D-F40D-4282-AC11-5CAB2111EAFC}" srcOrd="5" destOrd="0" presId="urn:microsoft.com/office/officeart/2005/8/layout/vList2"/>
    <dgm:cxn modelId="{FF615BE3-594A-4ED4-9447-25F52FA1AD2C}" type="presParOf" srcId="{18818327-4969-47B9-B611-86314B2F313D}" destId="{EB2AAC8A-C142-4A7A-93E9-1CF1BF4011A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CE659E-5473-4EE8-9884-1F4FE39B62F0}">
      <dsp:nvSpPr>
        <dsp:cNvPr id="0" name=""/>
        <dsp:cNvSpPr/>
      </dsp:nvSpPr>
      <dsp:spPr>
        <a:xfrm>
          <a:off x="0" y="15846"/>
          <a:ext cx="1684021" cy="491399"/>
        </a:xfrm>
        <a:prstGeom prst="roundRect">
          <a:avLst/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Data</a:t>
          </a:r>
          <a:endParaRPr lang="en-US" sz="2100" kern="1200" dirty="0"/>
        </a:p>
      </dsp:txBody>
      <dsp:txXfrm>
        <a:off x="23988" y="39834"/>
        <a:ext cx="1636045" cy="443423"/>
      </dsp:txXfrm>
    </dsp:sp>
    <dsp:sp modelId="{DFAA111D-F4DD-46BE-8A63-40485CB24471}">
      <dsp:nvSpPr>
        <dsp:cNvPr id="0" name=""/>
        <dsp:cNvSpPr/>
      </dsp:nvSpPr>
      <dsp:spPr>
        <a:xfrm>
          <a:off x="0" y="567726"/>
          <a:ext cx="1684021" cy="491399"/>
        </a:xfrm>
        <a:prstGeom prst="roundRect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Information</a:t>
          </a:r>
          <a:endParaRPr lang="en-US" sz="2100" kern="1200" dirty="0"/>
        </a:p>
      </dsp:txBody>
      <dsp:txXfrm>
        <a:off x="23988" y="591714"/>
        <a:ext cx="1636045" cy="443423"/>
      </dsp:txXfrm>
    </dsp:sp>
    <dsp:sp modelId="{6FA4F960-58F5-4ACB-9585-6A4A84EF72B4}">
      <dsp:nvSpPr>
        <dsp:cNvPr id="0" name=""/>
        <dsp:cNvSpPr/>
      </dsp:nvSpPr>
      <dsp:spPr>
        <a:xfrm>
          <a:off x="0" y="1119606"/>
          <a:ext cx="1684021" cy="491399"/>
        </a:xfrm>
        <a:prstGeom prst="roundRect">
          <a:avLst/>
        </a:prstGeom>
        <a:solidFill>
          <a:schemeClr val="accent4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Wisdom</a:t>
          </a:r>
          <a:endParaRPr lang="en-US" sz="2100" kern="1200" dirty="0"/>
        </a:p>
      </dsp:txBody>
      <dsp:txXfrm>
        <a:off x="23988" y="1143594"/>
        <a:ext cx="1636045" cy="443423"/>
      </dsp:txXfrm>
    </dsp:sp>
    <dsp:sp modelId="{EB2AAC8A-C142-4A7A-93E9-1CF1BF4011A9}">
      <dsp:nvSpPr>
        <dsp:cNvPr id="0" name=""/>
        <dsp:cNvSpPr/>
      </dsp:nvSpPr>
      <dsp:spPr>
        <a:xfrm>
          <a:off x="0" y="1671486"/>
          <a:ext cx="1684021" cy="491399"/>
        </a:xfrm>
        <a:prstGeom prst="round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Story</a:t>
          </a:r>
          <a:endParaRPr lang="en-US" sz="2100" kern="1200" dirty="0"/>
        </a:p>
      </dsp:txBody>
      <dsp:txXfrm>
        <a:off x="23988" y="1695474"/>
        <a:ext cx="1636045" cy="4434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3510A0-8550-4201-B21A-7C6255B07537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5F2F6D-0C55-4DEE-B90E-B8D9F85D76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337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Module 02: Tableau Comparison &amp; Verification + Graduate Extension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Collab URL: https://colab.research.google.com/drive/1bmKgFBiojkP8T30XcCcNvGV3XvvbYhUb?usp=sharing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 Repository URL: </a:t>
            </a:r>
            <a:r>
              <a:rPr lang="en-US" dirty="0"/>
              <a:t>https://github.com/jasirard/DSC563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 Profile URL: </a:t>
            </a:r>
            <a:r>
              <a:rPr lang="en-US" dirty="0"/>
              <a:t>https://github.com/jasirard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 Commit URL/ID: </a:t>
            </a:r>
            <a:r>
              <a:rPr lang="en-US" dirty="0"/>
              <a:t>https://github.com/jasirard/DSC563/commit/e75727b612fb3238c30ee4a9c67d426c46eaebd0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Tableau Evidence URL: </a:t>
            </a:r>
            <a:r>
              <a:rPr lang="en-US" dirty="0"/>
              <a:t>https://github.com/jasirard/DSC563/blob/main/Sirard%20Module%2002.twbx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5F2F6D-0C55-4DEE-B90E-B8D9F85D76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3909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50383-C648-D65A-E404-C63188CFF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AAA770-B71E-C2E8-7D0A-5DBA40BDF8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D652C2-A337-00B5-6B3E-ED1FFD02D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r>
              <a:rPr lang="en-US" dirty="0"/>
              <a:t>In Module 1, we simulated community workshop data among four different neighborhoods, with the goal of answering two questions for workshop coordinators: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i="1" dirty="0"/>
              <a:t>Which neighborhoods show the highest workshop attendance?</a:t>
            </a:r>
          </a:p>
          <a:p>
            <a:pPr marL="0" lvl="0" indent="0">
              <a:buFont typeface="Arial" panose="020B0604020202020204" pitchFamily="34" charset="0"/>
              <a:buNone/>
            </a:pPr>
            <a:endParaRPr lang="en-US" dirty="0"/>
          </a:p>
          <a:p>
            <a:pPr marL="0" lvl="0" indent="0">
              <a:buFont typeface="Arial" panose="020B0604020202020204" pitchFamily="34" charset="0"/>
              <a:buNone/>
            </a:pPr>
            <a:r>
              <a:rPr lang="en-US" dirty="0"/>
              <a:t>By applying the data, information, wisdom, storytelling framework, we improved the visualization to construct the narrative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Berengueres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et al., 2019, pp. 17, 29)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​.</a:t>
            </a:r>
            <a:endParaRPr lang="en-US" dirty="0"/>
          </a:p>
          <a:p>
            <a:pPr marL="228600" lvl="0" indent="-228600">
              <a:buFont typeface="Arial" panose="020B0604020202020204" pitchFamily="34" charset="0"/>
              <a:buChar char="•"/>
            </a:pPr>
            <a:endParaRPr lang="en-US" dirty="0"/>
          </a:p>
          <a:p>
            <a:pPr marL="0" lvl="0" indent="0">
              <a:buFont typeface="Arial" panose="020B0604020202020204" pitchFamily="34" charset="0"/>
              <a:buNone/>
            </a:pPr>
            <a:r>
              <a:rPr lang="en-US" dirty="0"/>
              <a:t>The graduate extension evaluated </a:t>
            </a:r>
            <a:r>
              <a:rPr lang="en-US" i="1" dirty="0"/>
              <a:t>how missing data affects the result</a:t>
            </a:r>
            <a:r>
              <a:rPr lang="en-US" dirty="0"/>
              <a:t>.</a:t>
            </a:r>
          </a:p>
          <a:p>
            <a:pPr marL="0" lvl="0" indent="0">
              <a:buFont typeface="Arial" panose="020B0604020202020204" pitchFamily="34" charset="0"/>
              <a:buNone/>
            </a:pPr>
            <a:endParaRPr lang="en-US" dirty="0"/>
          </a:p>
          <a:p>
            <a:pPr marL="0" lvl="0" indent="0">
              <a:buFont typeface="Arial" panose="020B0604020202020204" pitchFamily="34" charset="0"/>
              <a:buNone/>
            </a:pPr>
            <a:r>
              <a:rPr lang="en-US" dirty="0"/>
              <a:t>We examined how a missing-month assumption changed the comparison between groups, and</a:t>
            </a:r>
          </a:p>
          <a:p>
            <a:pPr marL="0" lvl="0" indent="0">
              <a:buFont typeface="Arial" panose="020B0604020202020204" pitchFamily="34" charset="0"/>
              <a:buNone/>
            </a:pPr>
            <a:r>
              <a:rPr lang="en-US" dirty="0"/>
              <a:t>How substituting arbitrary values for missing observations can introduce bias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(Schafer &amp; Graham, 2002, pp. 152-154). </a:t>
            </a:r>
          </a:p>
          <a:p>
            <a:pPr marL="0" lvl="0" indent="0">
              <a:buFont typeface="Arial" panose="020B0604020202020204" pitchFamily="34" charset="0"/>
              <a:buNone/>
            </a:pPr>
            <a:endParaRPr lang="en-US" dirty="0"/>
          </a:p>
          <a:p>
            <a:r>
              <a:rPr lang="en-US" dirty="0"/>
              <a:t>For Module 2, we’ll use the same simulated data set for Tableau visualization.</a:t>
            </a:r>
          </a:p>
          <a:p>
            <a:r>
              <a:rPr lang="en-US" dirty="0"/>
              <a:t>We’ll also examine weighting, aggregation, and treatment of null values.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55F6FD-0563-BBB0-675B-945E8D47F2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5F2F6D-0C55-4DEE-B90E-B8D9F85D76B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6000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Here, I’ve created a Tableau version of the Python chart and verified accuracy using a numerical comparison, also within Tableau.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/>
              <a:t>In data science, it is important to </a:t>
            </a:r>
            <a:r>
              <a:rPr lang="en-US" dirty="0"/>
              <a:t>faithfully represent the underlying data and avoid transformations that distort interpretation (Tufte, 2007, p. 56).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attendance values show that October 2026 attendance ranged from 82 to 94 seat visits, as is narrated in the title.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But this is just October. What about overall?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5F2F6D-0C55-4DEE-B90E-B8D9F85D76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3901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the entire six-month period, the workshop coordinators want to know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</a:t>
            </a:r>
            <a:r>
              <a:rPr lang="en-US" i="1" dirty="0"/>
              <a:t>hich neighborhoods show the highest workshop attendance?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base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Let’s talk about how to best approach this.</a:t>
            </a:r>
          </a:p>
          <a:p>
            <a:pPr rtl="0" fontAlgn="base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rtl="0"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could consider Monthly Utilization, where each month receives equal weight, regardless of workshop capacity. </a:t>
            </a:r>
          </a:p>
          <a:p>
            <a:pPr lvl="0" rtl="0" fontAlgn="base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rtl="0"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Alternatively, Capacity-Weighted Utilization takes the total attendance and divides by the total capacity, so larger-capacity months receive greater weight;</a:t>
            </a:r>
          </a:p>
          <a:p>
            <a:pPr lvl="0" rtl="0"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other words, this method gives greater influence to months with more available seats.</a:t>
            </a:r>
          </a:p>
          <a:p>
            <a:pPr lvl="0" rtl="0" fontAlgn="base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rtl="0"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Capacity-weighting is generally preferred when capacity differs across observations,</a:t>
            </a:r>
          </a:p>
          <a:p>
            <a:pPr lvl="0" rtl="0"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 weighted averages account for the relative importance of each observation,</a:t>
            </a:r>
          </a:p>
          <a:p>
            <a:pPr lvl="0" rtl="0"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 than treating all observations equally.</a:t>
            </a:r>
          </a:p>
          <a:p>
            <a:pPr lvl="0" rtl="0" fontAlgn="base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 algn="l">
              <a:buNone/>
            </a:pPr>
            <a:r>
              <a:rPr lang="en-US" dirty="0"/>
              <a:t>In this case, capacity-weighted utilization</a:t>
            </a:r>
            <a:r>
              <a:rPr lang="en-US" b="0" dirty="0">
                <a:solidFill>
                  <a:srgbClr val="00B050"/>
                </a:solidFill>
              </a:rPr>
              <a:t> </a:t>
            </a:r>
            <a:r>
              <a:rPr lang="en-US" dirty="0"/>
              <a:t>best answers the audience’s question.</a:t>
            </a:r>
            <a:endParaRPr lang="en-US" i="1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However, we might as well perform both calculations.</a:t>
            </a:r>
          </a:p>
          <a:p>
            <a:endParaRPr lang="en-US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two measures differ by less than 1% for all neighborhoods.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And, in terms of ranking, South (80.0%) demonstrates the highest overall utilization, followed by East (73.6%), North (73.2%), and West (59.4%).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</a:t>
            </a:r>
            <a:r>
              <a:rPr lang="en-US" dirty="0"/>
              <a:t>hese rankings remain unchanged for both weighting methods due to 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small differences between the two calculations.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capacity-weighted rate is slightly lower because larger-capacity workshops tended to have somewhat lower utilization than smaller workshops.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Since capacity increases gradually across months and utilization remains relatively stable, the weighting effect is modest.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should also mention that in this analysis, the missing month’s null value for the East neighborhood was excluded using a custom Tableau calculation. We’ll come back to this in a bit.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5F2F6D-0C55-4DEE-B90E-B8D9F85D76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5808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DAB36-073E-C161-B9BD-3425161AA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02568B-B691-9C06-A696-6DE62D63D0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B0877F-C256-45FE-A0F9-9E103FC04B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r>
              <a:rPr lang="en-US" dirty="0"/>
              <a:t>Now, I’d like to talk about aggregation methods and its impact on this data comparison.</a:t>
            </a:r>
          </a:p>
          <a:p>
            <a:endParaRPr lang="en-US" dirty="0"/>
          </a:p>
          <a:p>
            <a:r>
              <a:rPr lang="en-US" dirty="0"/>
              <a:t>The Tableau CSV file contained data for each month’s attendance and observed capacity,</a:t>
            </a:r>
          </a:p>
          <a:p>
            <a:r>
              <a:rPr lang="en-US" dirty="0"/>
              <a:t>while the Python-simulated data only contained sum totals for the six-month period.</a:t>
            </a:r>
          </a:p>
          <a:p>
            <a:endParaRPr lang="en-US" dirty="0"/>
          </a:p>
          <a:p>
            <a:r>
              <a:rPr lang="en-US" dirty="0"/>
              <a:t>In the CSV comparison for capacity-weighted utilization, the values remains the same.</a:t>
            </a:r>
          </a:p>
          <a:p>
            <a:r>
              <a:rPr lang="en-US" dirty="0"/>
              <a:t>This makes sense, as the calculation involves observed capacity and excludes the null value.</a:t>
            </a:r>
          </a:p>
          <a:p>
            <a:endParaRPr lang="en-US" dirty="0"/>
          </a:p>
          <a:p>
            <a:r>
              <a:rPr lang="en-US" dirty="0"/>
              <a:t>In terms of monthly utilization, we once again see the minor differences for the West, North and South neighborhoods.</a:t>
            </a:r>
          </a:p>
          <a:p>
            <a:r>
              <a:rPr lang="en-US" dirty="0"/>
              <a:t>This has to do with aggregation; In the Python data, attendance and capacity were summed across the entire 6-month period, and then those totals produced a single average utilization.</a:t>
            </a:r>
          </a:p>
          <a:p>
            <a:r>
              <a:rPr lang="en-US" dirty="0"/>
              <a:t>The Tableau spreadsheet provides monthly values, so monthly averages could be calculated and then aggregated based on mean to provide a more precise result.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If we were to sum total the monthly averages, this would be misleading and just plain wrong. 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dirty="0"/>
              <a:t>For example, adding each month’s utilization percentage for the South neighborhood results in approximately 479.5%.</a:t>
            </a:r>
          </a:p>
          <a:p>
            <a:r>
              <a:rPr lang="en-US" dirty="0"/>
              <a:t>This is not meaningful since utilization cannot exceed 100%.</a:t>
            </a:r>
          </a:p>
          <a:p>
            <a:endParaRPr lang="en-US" dirty="0"/>
          </a:p>
          <a:p>
            <a:pPr marL="0" lvl="0" indent="0">
              <a:buFont typeface="Arial" panose="020B0604020202020204" pitchFamily="34" charset="0"/>
              <a:buNone/>
            </a:pPr>
            <a:r>
              <a:rPr lang="en-US" dirty="0"/>
              <a:t>This is a good example of how 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</a:rPr>
              <a:t>aggregate measures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should accurately reflect the phenomenon being studied;</a:t>
            </a:r>
          </a:p>
          <a:p>
            <a:pPr marL="0" lv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Otherwise, inappropriate summarization can lead decision-makers to draw incorrect conclusions (Healy &amp; Moody, 2014, p. 5.13).</a:t>
            </a:r>
            <a:endParaRPr lang="en-US" dirty="0"/>
          </a:p>
          <a:p>
            <a:endParaRPr lang="en-US" dirty="0"/>
          </a:p>
          <a:p>
            <a:r>
              <a:rPr lang="en-US" dirty="0"/>
              <a:t>Ok, that’s great. But what is happening over in the East neighborhood? Let’s zoom in.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8C8D3C-2E1F-D9E4-BD5A-C3B0145A30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5F2F6D-0C55-4DEE-B90E-B8D9F85D76B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90308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East contains one missing attendance value, seen in the blue box.</a:t>
            </a:r>
          </a:p>
          <a:p>
            <a:r>
              <a:rPr lang="en-US" dirty="0"/>
              <a:t>5 out of 6 months were observed, meaning that East had approximately 83.3% data coverage.</a:t>
            </a:r>
          </a:p>
          <a:p>
            <a:endParaRPr lang="en-US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missing, or null value, can either be treated as zero or be removed from the calculation entirely.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the null value is treated as zero attendance, as seen in the red box, East's utilization drops by about 12%.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Unless there is evidence that attendance was actually zero, this assumption biases utilization downward and understates performance.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So, ignoring the null value, like we did in the green box, is a better representation of utilization.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Remember when I said earlier that I excluded the null value using a custom Tableau calculation?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one simple change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transformed complexity into information that promotes understanding and insight rather than confusion (McCandless, 2010).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5F2F6D-0C55-4DEE-B90E-B8D9F85D76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248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r>
              <a:rPr lang="en-US" dirty="0"/>
              <a:t>Here is a brief overview of my </a:t>
            </a:r>
            <a:r>
              <a:rPr lang="en-US" dirty="0" err="1"/>
              <a:t>Github</a:t>
            </a:r>
            <a:r>
              <a:rPr lang="en-US" dirty="0"/>
              <a:t> page.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5F2F6D-0C55-4DEE-B90E-B8D9F85D76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6180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That’s all for now. </a:t>
            </a:r>
            <a:endParaRPr lang="en-US"/>
          </a:p>
          <a:p>
            <a:endParaRPr lang="en-US" dirty="0"/>
          </a:p>
          <a:p>
            <a:r>
              <a:rPr lang="en-US" dirty="0"/>
              <a:t>Here are my references and AI disclosure. </a:t>
            </a:r>
            <a:endParaRPr lang="en-US"/>
          </a:p>
          <a:p>
            <a:endParaRPr lang="en-US" dirty="0"/>
          </a:p>
          <a:p>
            <a:r>
              <a:rPr lang="en-US" dirty="0"/>
              <a:t>Thank you!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5F2F6D-0C55-4DEE-B90E-B8D9F85D76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132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7005" y="1016955"/>
            <a:ext cx="9140954" cy="33465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cap="all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2963" y="4869030"/>
            <a:ext cx="7152030" cy="9872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0"/>
            <a:ext cx="8582023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41" y="6477000"/>
            <a:ext cx="188595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09E52D4-67C5-41CE-9745-F734B5D6AE3C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92240"/>
            <a:ext cx="657221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34CFCD0-D8C0-40FF-81A1-9C357692411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31FF2A-9DA0-DC5C-0C53-91FDE15093DD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A4208E-B529-0934-86E0-24278D43C68A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8737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46759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8" y="1748474"/>
            <a:ext cx="11125202" cy="47285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526932-58BC-3B05-A619-8FE2BA7973DD}"/>
              </a:ext>
            </a:extLst>
          </p:cNvPr>
          <p:cNvSpPr/>
          <p:nvPr/>
        </p:nvSpPr>
        <p:spPr>
          <a:xfrm>
            <a:off x="634030" y="565606"/>
            <a:ext cx="1155796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4751EC6-9764-CDDF-E8BC-793AD483E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A395EC9-5212-9F09-E9FA-0AB62AFB6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E52D4-67C5-41CE-9745-F734B5D6AE3C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86E48EB-E81D-8C6A-DBE6-738017E5A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CFCD0-D8C0-40FF-81A1-9C3576924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347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4572000"/>
            <a:ext cx="11125201" cy="11125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200" cap="all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5715000"/>
            <a:ext cx="11125201" cy="533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2000" b="1" i="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3981764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 t="-419" b="-419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110036" y="6476999"/>
            <a:ext cx="188054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09E52D4-67C5-41CE-9745-F734B5D6AE3C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95976" y="6477000"/>
            <a:ext cx="662624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4CFCD0-D8C0-40FF-81A1-9C3576924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1936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86071" y="1016955"/>
            <a:ext cx="3872530" cy="37268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cap="all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86071" y="5134926"/>
            <a:ext cx="3868420" cy="11134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7BE7EAD-CCCA-EA7C-0263-265AA3E43C5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224095" cy="6858000"/>
          </a:xfrm>
          <a:custGeom>
            <a:avLst/>
            <a:gdLst>
              <a:gd name="connsiteX0" fmla="*/ 0 w 7224095"/>
              <a:gd name="connsiteY0" fmla="*/ 629614 h 6858000"/>
              <a:gd name="connsiteX1" fmla="*/ 7224095 w 7224095"/>
              <a:gd name="connsiteY1" fmla="*/ 629614 h 6858000"/>
              <a:gd name="connsiteX2" fmla="*/ 7224095 w 7224095"/>
              <a:gd name="connsiteY2" fmla="*/ 6858000 h 6858000"/>
              <a:gd name="connsiteX3" fmla="*/ 0 w 7224095"/>
              <a:gd name="connsiteY3" fmla="*/ 6858000 h 6858000"/>
              <a:gd name="connsiteX4" fmla="*/ 0 w 7224095"/>
              <a:gd name="connsiteY4" fmla="*/ 0 h 6858000"/>
              <a:gd name="connsiteX5" fmla="*/ 7224095 w 7224095"/>
              <a:gd name="connsiteY5" fmla="*/ 0 h 6858000"/>
              <a:gd name="connsiteX6" fmla="*/ 7224095 w 7224095"/>
              <a:gd name="connsiteY6" fmla="*/ 565606 h 6858000"/>
              <a:gd name="connsiteX7" fmla="*/ 0 w 7224095"/>
              <a:gd name="connsiteY7" fmla="*/ 56560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24095" h="6858000">
                <a:moveTo>
                  <a:pt x="0" y="629614"/>
                </a:moveTo>
                <a:lnTo>
                  <a:pt x="7224095" y="629614"/>
                </a:lnTo>
                <a:lnTo>
                  <a:pt x="7224095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7224095" y="0"/>
                </a:lnTo>
                <a:lnTo>
                  <a:pt x="7224095" y="565606"/>
                </a:lnTo>
                <a:lnTo>
                  <a:pt x="0" y="565606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67937" y="6476999"/>
            <a:ext cx="189584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2" y="6476999"/>
            <a:ext cx="937594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209E52D4-67C5-41CE-9745-F734B5D6AE3C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77000"/>
            <a:ext cx="657221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4CFCD0-D8C0-40FF-81A1-9C357692411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79DE85-4541-95AA-B871-7CBAD2BA1550}"/>
              </a:ext>
            </a:extLst>
          </p:cNvPr>
          <p:cNvSpPr/>
          <p:nvPr/>
        </p:nvSpPr>
        <p:spPr>
          <a:xfrm>
            <a:off x="0" y="565606"/>
            <a:ext cx="1155797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7951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3400" y="1143000"/>
            <a:ext cx="8576636" cy="5271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cap="all" baseline="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0"/>
            <a:ext cx="857663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41" y="6492240"/>
            <a:ext cx="18913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09E52D4-67C5-41CE-9745-F734B5D6AE3C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92240"/>
            <a:ext cx="657222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34CFCD0-D8C0-40FF-81A1-9C3576924113}" type="slidenum">
              <a:rPr lang="en-US" smtClean="0"/>
              <a:t>‹#›</a:t>
            </a:fld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F1B314-6B95-45EC-8168-CEA297F1BD40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4E8A7FA-CBEB-E74B-AC79-5D830DAFC993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7150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BAE97C67-C2EB-5515-0FDC-A535220C9DF0}"/>
              </a:ext>
            </a:extLst>
          </p:cNvPr>
          <p:cNvSpPr/>
          <p:nvPr/>
        </p:nvSpPr>
        <p:spPr>
          <a:xfrm>
            <a:off x="9110035" y="0"/>
            <a:ext cx="30819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1016955"/>
            <a:ext cx="8195646" cy="112775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7200" cap="all" baseline="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9" y="2510472"/>
            <a:ext cx="8190496" cy="3966527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1pPr>
            <a:lvl2pPr marL="6858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2pPr>
            <a:lvl3pPr marL="8001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3pPr>
            <a:lvl4pPr marL="10287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4pPr>
            <a:lvl5pPr marL="12573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5758481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91885" y="6492240"/>
            <a:ext cx="1763999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09E52D4-67C5-41CE-9745-F734B5D6AE3C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61271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4CFCD0-D8C0-40FF-81A1-9C3576924113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58CA726-6257-4F3F-9296-A3CF5DCA19DB}"/>
              </a:ext>
            </a:extLst>
          </p:cNvPr>
          <p:cNvSpPr/>
          <p:nvPr/>
        </p:nvSpPr>
        <p:spPr>
          <a:xfrm>
            <a:off x="634029" y="2144714"/>
            <a:ext cx="8476007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652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C713386-53DE-AEBA-6318-6C7146DE22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43517" y="1386842"/>
            <a:ext cx="6315083" cy="1127758"/>
          </a:xfrm>
        </p:spPr>
        <p:txBody>
          <a:bodyPr>
            <a:normAutofit/>
          </a:bodyPr>
          <a:lstStyle>
            <a:lvl1pPr>
              <a:defRPr sz="7200" cap="all" baseline="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0440984A-B82C-18F1-2933-6DF295884CE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440055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3518" y="2886089"/>
            <a:ext cx="6315082" cy="333691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1pPr>
            <a:lvl2pPr marL="5715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2pPr>
            <a:lvl3pPr marL="8001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3pPr>
            <a:lvl4pPr marL="10287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4pPr>
            <a:lvl5pPr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3518" y="6477000"/>
            <a:ext cx="3771905" cy="3810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0821" y="6477000"/>
            <a:ext cx="1875160" cy="381001"/>
          </a:xfrm>
          <a:prstGeom prst="rect">
            <a:avLst/>
          </a:prstGeom>
        </p:spPr>
        <p:txBody>
          <a:bodyPr/>
          <a:lstStyle/>
          <a:p>
            <a:fld id="{209E52D4-67C5-41CE-9745-F734B5D6AE3C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86" y="6477000"/>
            <a:ext cx="662614" cy="381001"/>
          </a:xfrm>
          <a:prstGeom prst="rect">
            <a:avLst/>
          </a:prstGeom>
        </p:spPr>
        <p:txBody>
          <a:bodyPr/>
          <a:lstStyle/>
          <a:p>
            <a:fld id="{334CFCD0-D8C0-40FF-81A1-9C3576924113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8E5CA23-2176-4B29-AB27-EDD9AC417271}"/>
              </a:ext>
            </a:extLst>
          </p:cNvPr>
          <p:cNvSpPr/>
          <p:nvPr/>
        </p:nvSpPr>
        <p:spPr>
          <a:xfrm>
            <a:off x="4400554" y="2496190"/>
            <a:ext cx="7791446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348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3491539" cy="408358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62526" y="1016955"/>
            <a:ext cx="6696073" cy="408357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91338" cy="381001"/>
          </a:xfrm>
          <a:prstGeom prst="rect">
            <a:avLst/>
          </a:prstGeom>
        </p:spPr>
        <p:txBody>
          <a:bodyPr/>
          <a:lstStyle/>
          <a:p>
            <a:fld id="{209E52D4-67C5-41CE-9745-F734B5D6AE3C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/>
          <a:p>
            <a:fld id="{334CFCD0-D8C0-40FF-81A1-9C3576924113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AE531BB-71E1-57EF-0879-5979B0C95458}"/>
              </a:ext>
            </a:extLst>
          </p:cNvPr>
          <p:cNvSpPr/>
          <p:nvPr/>
        </p:nvSpPr>
        <p:spPr>
          <a:xfrm>
            <a:off x="4024938" y="570037"/>
            <a:ext cx="8167062" cy="595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1FD272-0797-A5C1-BAB9-E68F518B8158}"/>
              </a:ext>
            </a:extLst>
          </p:cNvPr>
          <p:cNvSpPr/>
          <p:nvPr/>
        </p:nvSpPr>
        <p:spPr>
          <a:xfrm>
            <a:off x="634030" y="570037"/>
            <a:ext cx="3390908" cy="595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589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3486153" cy="272145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62526" y="1016955"/>
            <a:ext cx="6696074" cy="54905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91338" cy="381001"/>
          </a:xfrm>
          <a:prstGeom prst="rect">
            <a:avLst/>
          </a:prstGeom>
        </p:spPr>
        <p:txBody>
          <a:bodyPr/>
          <a:lstStyle/>
          <a:p>
            <a:fld id="{209E52D4-67C5-41CE-9745-F734B5D6AE3C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/>
          <a:p>
            <a:fld id="{334CFCD0-D8C0-40FF-81A1-9C357692411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922775-D819-CE59-81DF-9A22F9309472}"/>
              </a:ext>
            </a:extLst>
          </p:cNvPr>
          <p:cNvSpPr/>
          <p:nvPr/>
        </p:nvSpPr>
        <p:spPr>
          <a:xfrm>
            <a:off x="4017310" y="565607"/>
            <a:ext cx="817469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1D59CA-78A2-7B8F-A9C7-E86B47BEAE5E}"/>
              </a:ext>
            </a:extLst>
          </p:cNvPr>
          <p:cNvSpPr/>
          <p:nvPr/>
        </p:nvSpPr>
        <p:spPr>
          <a:xfrm>
            <a:off x="634030" y="570037"/>
            <a:ext cx="3390908" cy="595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777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2523" y="1016956"/>
            <a:ext cx="6696076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99EF452C-FB1E-E93B-DCC5-1D98DE0179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400554" cy="6858000"/>
          </a:xfrm>
          <a:custGeom>
            <a:avLst/>
            <a:gdLst>
              <a:gd name="connsiteX0" fmla="*/ 0 w 4400554"/>
              <a:gd name="connsiteY0" fmla="*/ 634999 h 6858000"/>
              <a:gd name="connsiteX1" fmla="*/ 4400554 w 4400554"/>
              <a:gd name="connsiteY1" fmla="*/ 634999 h 6858000"/>
              <a:gd name="connsiteX2" fmla="*/ 4400554 w 4400554"/>
              <a:gd name="connsiteY2" fmla="*/ 6858000 h 6858000"/>
              <a:gd name="connsiteX3" fmla="*/ 0 w 4400554"/>
              <a:gd name="connsiteY3" fmla="*/ 6858000 h 6858000"/>
              <a:gd name="connsiteX4" fmla="*/ 0 w 4400554"/>
              <a:gd name="connsiteY4" fmla="*/ 0 h 6858000"/>
              <a:gd name="connsiteX5" fmla="*/ 4400554 w 4400554"/>
              <a:gd name="connsiteY5" fmla="*/ 0 h 6858000"/>
              <a:gd name="connsiteX6" fmla="*/ 4400554 w 4400554"/>
              <a:gd name="connsiteY6" fmla="*/ 570991 h 6858000"/>
              <a:gd name="connsiteX7" fmla="*/ 0 w 4400554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0554" h="6858000">
                <a:moveTo>
                  <a:pt x="0" y="634999"/>
                </a:moveTo>
                <a:lnTo>
                  <a:pt x="4400554" y="634999"/>
                </a:lnTo>
                <a:lnTo>
                  <a:pt x="4400554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4400554" y="0"/>
                </a:lnTo>
                <a:lnTo>
                  <a:pt x="4400554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2523" y="2145668"/>
            <a:ext cx="6689892" cy="41183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964103" y="6477000"/>
            <a:ext cx="470790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72013" y="6477000"/>
            <a:ext cx="132936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09E52D4-67C5-41CE-9745-F734B5D6AE3C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9" y="6477000"/>
            <a:ext cx="657221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4CFCD0-D8C0-40FF-81A1-9C357692411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C16BEA9-7D3A-E34B-4442-F0BFB853F3F8}"/>
              </a:ext>
            </a:extLst>
          </p:cNvPr>
          <p:cNvSpPr/>
          <p:nvPr/>
        </p:nvSpPr>
        <p:spPr>
          <a:xfrm>
            <a:off x="4408228" y="570993"/>
            <a:ext cx="7142064" cy="64006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462211-E1BA-E90A-00F8-E717C7293E42}"/>
              </a:ext>
            </a:extLst>
          </p:cNvPr>
          <p:cNvSpPr/>
          <p:nvPr/>
        </p:nvSpPr>
        <p:spPr>
          <a:xfrm>
            <a:off x="-2282" y="570991"/>
            <a:ext cx="441051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438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3" y="1016955"/>
            <a:ext cx="7026437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87476243-EB8F-9EFF-F789-0088ABBB0F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3998133" cy="6858000"/>
          </a:xfrm>
          <a:custGeom>
            <a:avLst/>
            <a:gdLst>
              <a:gd name="connsiteX0" fmla="*/ 0 w 3998133"/>
              <a:gd name="connsiteY0" fmla="*/ 634999 h 6858000"/>
              <a:gd name="connsiteX1" fmla="*/ 3998133 w 3998133"/>
              <a:gd name="connsiteY1" fmla="*/ 634999 h 6858000"/>
              <a:gd name="connsiteX2" fmla="*/ 3998133 w 3998133"/>
              <a:gd name="connsiteY2" fmla="*/ 6858000 h 6858000"/>
              <a:gd name="connsiteX3" fmla="*/ 0 w 3998133"/>
              <a:gd name="connsiteY3" fmla="*/ 6858000 h 6858000"/>
              <a:gd name="connsiteX4" fmla="*/ 0 w 3998133"/>
              <a:gd name="connsiteY4" fmla="*/ 0 h 6858000"/>
              <a:gd name="connsiteX5" fmla="*/ 3998133 w 3998133"/>
              <a:gd name="connsiteY5" fmla="*/ 0 h 6858000"/>
              <a:gd name="connsiteX6" fmla="*/ 3998133 w 3998133"/>
              <a:gd name="connsiteY6" fmla="*/ 570991 h 6858000"/>
              <a:gd name="connsiteX7" fmla="*/ 0 w 3998133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98133" h="6858000">
                <a:moveTo>
                  <a:pt x="0" y="634999"/>
                </a:moveTo>
                <a:lnTo>
                  <a:pt x="3998133" y="634999"/>
                </a:lnTo>
                <a:lnTo>
                  <a:pt x="3998133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998133" y="0"/>
                </a:lnTo>
                <a:lnTo>
                  <a:pt x="3998133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2145668"/>
            <a:ext cx="7026432" cy="407733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7" y="6477000"/>
            <a:ext cx="5426231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404" y="6477000"/>
            <a:ext cx="94297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09E52D4-67C5-41CE-9745-F734B5D6AE3C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4" y="6477000"/>
            <a:ext cx="65722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4CFCD0-D8C0-40FF-81A1-9C3576924113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ECF4FA5C-D406-8202-9143-DAEA62C5C872}"/>
              </a:ext>
            </a:extLst>
          </p:cNvPr>
          <p:cNvSpPr/>
          <p:nvPr/>
        </p:nvSpPr>
        <p:spPr>
          <a:xfrm>
            <a:off x="0" y="570992"/>
            <a:ext cx="4019552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082645EB-0315-BBF0-B28C-6A31158DE8D1}"/>
              </a:ext>
            </a:extLst>
          </p:cNvPr>
          <p:cNvSpPr/>
          <p:nvPr/>
        </p:nvSpPr>
        <p:spPr>
          <a:xfrm>
            <a:off x="3997235" y="570992"/>
            <a:ext cx="7560729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6400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1" y="1016955"/>
            <a:ext cx="6858000" cy="731519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1" y="2145668"/>
            <a:ext cx="6858000" cy="409352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3401" y="6464300"/>
            <a:ext cx="5366715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900115" y="6464300"/>
            <a:ext cx="929303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09E52D4-67C5-41CE-9745-F734B5D6AE3C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829424" y="6464300"/>
            <a:ext cx="561977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4CFCD0-D8C0-40FF-81A1-9C357692411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70CE66A-15FE-D8FB-D711-D3BB0755F0D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93866" y="1"/>
            <a:ext cx="3998133" cy="6858000"/>
          </a:xfrm>
          <a:custGeom>
            <a:avLst/>
            <a:gdLst>
              <a:gd name="connsiteX0" fmla="*/ 0 w 3998133"/>
              <a:gd name="connsiteY0" fmla="*/ 634999 h 6858000"/>
              <a:gd name="connsiteX1" fmla="*/ 3998133 w 3998133"/>
              <a:gd name="connsiteY1" fmla="*/ 634999 h 6858000"/>
              <a:gd name="connsiteX2" fmla="*/ 3998133 w 3998133"/>
              <a:gd name="connsiteY2" fmla="*/ 6858000 h 6858000"/>
              <a:gd name="connsiteX3" fmla="*/ 0 w 3998133"/>
              <a:gd name="connsiteY3" fmla="*/ 6858000 h 6858000"/>
              <a:gd name="connsiteX4" fmla="*/ 0 w 3998133"/>
              <a:gd name="connsiteY4" fmla="*/ 0 h 6858000"/>
              <a:gd name="connsiteX5" fmla="*/ 3998133 w 3998133"/>
              <a:gd name="connsiteY5" fmla="*/ 0 h 6858000"/>
              <a:gd name="connsiteX6" fmla="*/ 3998133 w 3998133"/>
              <a:gd name="connsiteY6" fmla="*/ 570991 h 6858000"/>
              <a:gd name="connsiteX7" fmla="*/ 0 w 3998133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98133" h="6858000">
                <a:moveTo>
                  <a:pt x="0" y="634999"/>
                </a:moveTo>
                <a:lnTo>
                  <a:pt x="3998133" y="634999"/>
                </a:lnTo>
                <a:lnTo>
                  <a:pt x="3998133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998133" y="0"/>
                </a:lnTo>
                <a:lnTo>
                  <a:pt x="3998133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19B021D-A5A3-D515-C491-988160E0708C}"/>
              </a:ext>
            </a:extLst>
          </p:cNvPr>
          <p:cNvSpPr/>
          <p:nvPr/>
        </p:nvSpPr>
        <p:spPr>
          <a:xfrm>
            <a:off x="8172447" y="570992"/>
            <a:ext cx="4019552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F6879252-7B61-583A-CF4D-92BF27416ADC}"/>
              </a:ext>
            </a:extLst>
          </p:cNvPr>
          <p:cNvSpPr/>
          <p:nvPr/>
        </p:nvSpPr>
        <p:spPr>
          <a:xfrm>
            <a:off x="633137" y="570992"/>
            <a:ext cx="7560729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6430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1" y="1016955"/>
            <a:ext cx="4573438" cy="132893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1" y="2495232"/>
            <a:ext cx="4573438" cy="37277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77000"/>
            <a:ext cx="292155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54946" y="6477000"/>
            <a:ext cx="110099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09E52D4-67C5-41CE-9745-F734B5D6AE3C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53312" y="6477000"/>
            <a:ext cx="552253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334CFCD0-D8C0-40FF-81A1-9C357692411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103B3571-8BEB-7B5F-5141-60BE7E4F2B98}"/>
              </a:ext>
            </a:extLst>
          </p:cNvPr>
          <p:cNvSpPr/>
          <p:nvPr/>
        </p:nvSpPr>
        <p:spPr>
          <a:xfrm>
            <a:off x="631405" y="570990"/>
            <a:ext cx="5024894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629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275" y="1016955"/>
            <a:ext cx="3445936" cy="1328932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056A831-274A-4E01-51DC-29FC50834A4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33400" y="2495232"/>
            <a:ext cx="3445936" cy="37277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3400" y="6477000"/>
            <a:ext cx="207677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10177" y="6477000"/>
            <a:ext cx="94976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09E52D4-67C5-41CE-9745-F734B5D6AE3C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9943" y="6477000"/>
            <a:ext cx="42920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4CFCD0-D8C0-40FF-81A1-9C357692411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0BBEF0D8-DF37-CB82-D6FC-4B18E864B26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2979" y="0"/>
            <a:ext cx="7584144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8DC2254B-5D42-9D5B-16C8-9FAF562F458A}"/>
              </a:ext>
            </a:extLst>
          </p:cNvPr>
          <p:cNvSpPr/>
          <p:nvPr/>
        </p:nvSpPr>
        <p:spPr>
          <a:xfrm>
            <a:off x="615697" y="570989"/>
            <a:ext cx="3987282" cy="64012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6378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0" y="1016955"/>
            <a:ext cx="2770539" cy="1875475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769544" cy="2844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477000"/>
            <a:ext cx="140446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477000"/>
            <a:ext cx="70885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209E52D4-67C5-41CE-9745-F734B5D6AE3C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80" y="6477000"/>
            <a:ext cx="65722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4CFCD0-D8C0-40FF-81A1-9C357692411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3AEE3D4D-61F7-E7A0-0EB4-DE705A2CAF60}"/>
              </a:ext>
            </a:extLst>
          </p:cNvPr>
          <p:cNvSpPr/>
          <p:nvPr/>
        </p:nvSpPr>
        <p:spPr>
          <a:xfrm>
            <a:off x="8326322" y="570989"/>
            <a:ext cx="3332277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446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623948"/>
            <a:ext cx="3486152" cy="259905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242949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5936" y="3623949"/>
            <a:ext cx="7252664" cy="2599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6999"/>
            <a:ext cx="189133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09E52D4-67C5-41CE-9745-F734B5D6AE3C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4CFCD0-D8C0-40FF-81A1-9C3576924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0644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16955"/>
            <a:ext cx="11125199" cy="731519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Picture Placeholder 11">
            <a:extLst>
              <a:ext uri="{FF2B5EF4-FFF2-40B4-BE49-F238E27FC236}">
                <a16:creationId xmlns:a16="http://schemas.microsoft.com/office/drawing/2014/main" id="{61ACD7CC-7A35-CC8D-F7DA-128B795065B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2145668"/>
            <a:ext cx="6291878" cy="4728525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/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43095" y="2145668"/>
            <a:ext cx="4815505" cy="419049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843095" y="6492240"/>
            <a:ext cx="321529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398" y="6492240"/>
            <a:ext cx="942982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09E52D4-67C5-41CE-9745-F734B5D6AE3C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9" y="6492240"/>
            <a:ext cx="657221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4CFCD0-D8C0-40FF-81A1-9C357692411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335081-FA52-F16F-A616-E20DA766DB57}"/>
              </a:ext>
            </a:extLst>
          </p:cNvPr>
          <p:cNvSpPr/>
          <p:nvPr/>
        </p:nvSpPr>
        <p:spPr>
          <a:xfrm>
            <a:off x="634030" y="565606"/>
            <a:ext cx="1155796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4545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3486153" cy="131634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4030" y="2495233"/>
            <a:ext cx="3385517" cy="3727765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6142" y="1016954"/>
            <a:ext cx="7082457" cy="520604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6999"/>
            <a:ext cx="189133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09E52D4-67C5-41CE-9745-F734B5D6AE3C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4CFCD0-D8C0-40FF-81A1-9C357692411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CA24FE-7F15-0A35-2050-28F4CE33B91F}"/>
              </a:ext>
            </a:extLst>
          </p:cNvPr>
          <p:cNvSpPr/>
          <p:nvPr/>
        </p:nvSpPr>
        <p:spPr>
          <a:xfrm>
            <a:off x="634030" y="565606"/>
            <a:ext cx="338552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9E0A62-7502-AFE4-4860-6DE00EB6D1D5}"/>
              </a:ext>
            </a:extLst>
          </p:cNvPr>
          <p:cNvSpPr/>
          <p:nvPr/>
        </p:nvSpPr>
        <p:spPr>
          <a:xfrm>
            <a:off x="4019547" y="565605"/>
            <a:ext cx="8172453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9305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473C94E-2C8E-3F68-4792-D2F9DD866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2961" y="5109525"/>
            <a:ext cx="8195638" cy="744634"/>
          </a:xfrm>
        </p:spPr>
        <p:txBody>
          <a:bodyPr anchor="b">
            <a:normAutofit/>
          </a:bodyPr>
          <a:lstStyle>
            <a:lvl1pPr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E6EBA2-EEB8-DB5B-897E-6DAE1530B3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33400" y="533400"/>
            <a:ext cx="11125200" cy="4576763"/>
          </a:xfrm>
        </p:spPr>
        <p:txBody>
          <a:bodyPr>
            <a:normAutofit/>
          </a:bodyPr>
          <a:lstStyle>
            <a:lvl1pPr marL="0" indent="0">
              <a:buNone/>
              <a:defRPr sz="30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8054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09E52D4-67C5-41CE-9745-F734B5D6AE3C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34CFCD0-D8C0-40FF-81A1-9C3576924113}" type="slidenum">
              <a:rPr lang="en-US" smtClean="0"/>
              <a:t>‹#›</a:t>
            </a:fld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CD9F1A0-57DB-F034-0AB9-2E671ABA4CDD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6B7340E-9893-2D44-91EA-76771EE522E6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6477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3399" y="1016955"/>
            <a:ext cx="11125201" cy="484028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0"/>
            <a:ext cx="8576637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39"/>
            <a:ext cx="1891338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09E52D4-67C5-41CE-9745-F734B5D6AE3C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0"/>
            <a:ext cx="662624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34CFCD0-D8C0-40FF-81A1-9C357692411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10F272-8DCB-3D9F-8EA6-FBDD6B7DFDA3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38ED97-EB88-D071-C45A-D0C32569D40D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7716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7745" y="5216204"/>
            <a:ext cx="8190855" cy="64008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3398" y="1016954"/>
            <a:ext cx="11125201" cy="3711571"/>
          </a:xfrm>
          <a:prstGeom prst="rect">
            <a:avLst/>
          </a:prstGeom>
        </p:spPr>
        <p:txBody>
          <a:bodyPr anchor="t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None/>
              <a:defRPr sz="7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78961" cy="365760"/>
          </a:xfrm>
          <a:prstGeom prst="rect">
            <a:avLst/>
          </a:prstGeom>
        </p:spPr>
        <p:txBody>
          <a:bodyPr/>
          <a:lstStyle/>
          <a:p>
            <a:fld id="{209E52D4-67C5-41CE-9745-F734B5D6AE3C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68" y="6492241"/>
            <a:ext cx="657231" cy="365760"/>
          </a:xfrm>
          <a:prstGeom prst="rect">
            <a:avLst/>
          </a:prstGeom>
        </p:spPr>
        <p:txBody>
          <a:bodyPr/>
          <a:lstStyle/>
          <a:p>
            <a:fld id="{334CFCD0-D8C0-40FF-81A1-9C3576924113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22AFB11-60F0-1BFB-3EE2-25A317606ED4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DB6C2DA-9756-1101-616C-92AE71300FD8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2684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6"/>
            <a:ext cx="11125201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7" name="Content Placeholder 5">
            <a:extLst>
              <a:ext uri="{FF2B5EF4-FFF2-40B4-BE49-F238E27FC236}">
                <a16:creationId xmlns:a16="http://schemas.microsoft.com/office/drawing/2014/main" id="{2D30AC1E-99F3-1176-72D1-F6FF258E307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3399" y="1883248"/>
            <a:ext cx="5075238" cy="43397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Content Placeholder 11">
            <a:extLst>
              <a:ext uri="{FF2B5EF4-FFF2-40B4-BE49-F238E27FC236}">
                <a16:creationId xmlns:a16="http://schemas.microsoft.com/office/drawing/2014/main" id="{54CE6F64-34A4-5E4B-21B9-E65B60D60DF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83043" y="1883248"/>
            <a:ext cx="5075556" cy="43397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209E52D4-67C5-41CE-9745-F734B5D6AE3C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39"/>
            <a:ext cx="662624" cy="365761"/>
          </a:xfrm>
          <a:prstGeom prst="rect">
            <a:avLst/>
          </a:prstGeom>
        </p:spPr>
        <p:txBody>
          <a:bodyPr/>
          <a:lstStyle/>
          <a:p>
            <a:fld id="{334CFCD0-D8C0-40FF-81A1-9C357692411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DF6D21-8591-4FB9-5FF0-44B10800DC79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7345B5-8AF1-C46D-5FB8-FF298EC5943D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5429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9" y="1883248"/>
            <a:ext cx="5074920" cy="3756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3399" y="2444434"/>
            <a:ext cx="5075238" cy="37785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83679" y="1883247"/>
            <a:ext cx="5074920" cy="3756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83043" y="2444434"/>
            <a:ext cx="5075556" cy="37785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209E52D4-67C5-41CE-9745-F734B5D6AE3C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/>
          <a:p>
            <a:fld id="{334CFCD0-D8C0-40FF-81A1-9C3576924113}" type="slidenum">
              <a:rPr lang="en-US" smtClean="0"/>
              <a:t>‹#›</a:t>
            </a:fld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B0A7ECD-2835-13DC-1392-DC6E9D6B14EE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3FF6D6A-BF5E-8499-2E05-993B26BA4977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8918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112519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09E52D4-67C5-41CE-9745-F734B5D6AE3C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4CFCD0-D8C0-40FF-81A1-9C357692411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F7BCB4-DC28-7382-4A0F-0498411C4247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5560D8-36FC-D0D1-04BB-54F2CCBC8B5E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1383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209E52D4-67C5-41CE-9745-F734B5D6AE3C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/>
          <a:p>
            <a:fld id="{334CFCD0-D8C0-40FF-81A1-9C3576924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4860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86023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8" y="3258190"/>
            <a:ext cx="11125201" cy="2964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 marL="228600" indent="0">
              <a:buNone/>
              <a:defRPr>
                <a:solidFill>
                  <a:schemeClr val="tx2"/>
                </a:solidFill>
              </a:defRPr>
            </a:lvl2pPr>
            <a:lvl3pPr marL="457200" indent="0">
              <a:buNone/>
              <a:defRPr>
                <a:solidFill>
                  <a:schemeClr val="tx2"/>
                </a:solidFill>
              </a:defRPr>
            </a:lvl3pPr>
            <a:lvl4pPr marL="685800" indent="0">
              <a:buNone/>
              <a:defRPr>
                <a:solidFill>
                  <a:schemeClr val="tx2"/>
                </a:solidFill>
              </a:defRPr>
            </a:lvl4pPr>
            <a:lvl5pPr marL="9144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504949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09E52D4-67C5-41CE-9745-F734B5D6AE3C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4990" y="6492241"/>
            <a:ext cx="1043610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4CFCD0-D8C0-40FF-81A1-9C3576924113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0612DD4-C154-5A34-CBE2-09022345DFF5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245B82D-4F13-20D2-DD25-C26E60C48A92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1704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16955"/>
            <a:ext cx="8576636" cy="184202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0" y="4614992"/>
            <a:ext cx="8576506" cy="160800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572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858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144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1"/>
            <a:ext cx="857663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09E52D4-67C5-41CE-9745-F734B5D6AE3C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4CFCD0-D8C0-40FF-81A1-9C3576924113}" type="slidenum">
              <a:rPr lang="en-US" smtClean="0"/>
              <a:t>‹#›</a:t>
            </a:fld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0E45243-34A7-09D9-589C-A28D8FB592BD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77B2CF5-DB49-E6FB-F72A-24AA38988AEC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203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467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8" y="1748474"/>
            <a:ext cx="11125202" cy="4728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3399" y="6476998"/>
            <a:ext cx="8576637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10036" y="6476998"/>
            <a:ext cx="1885951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209E52D4-67C5-41CE-9745-F734B5D6AE3C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1379" y="6476998"/>
            <a:ext cx="657221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34CFCD0-D8C0-40FF-81A1-9C3576924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605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  <p:sldLayoutId id="2147483718" r:id="rId18"/>
    <p:sldLayoutId id="2147483719" r:id="rId19"/>
    <p:sldLayoutId id="2147483720" r:id="rId20"/>
    <p:sldLayoutId id="2147483721" r:id="rId21"/>
    <p:sldLayoutId id="2147483722" r:id="rId22"/>
    <p:sldLayoutId id="2147483723" r:id="rId23"/>
    <p:sldLayoutId id="2147483724" r:id="rId24"/>
    <p:sldLayoutId id="2147483725" r:id="rId25"/>
    <p:sldLayoutId id="2147483726" r:id="rId26"/>
    <p:sldLayoutId id="2147483727" r:id="rId27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0" kern="1200" spc="0" baseline="0">
          <a:solidFill>
            <a:schemeClr val="tx2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0" orient="horz" pos="2160">
          <p15:clr>
            <a:srgbClr val="F26B43"/>
          </p15:clr>
        </p15:guide>
        <p15:guide id="31" pos="3840">
          <p15:clr>
            <a:srgbClr val="F26B43"/>
          </p15:clr>
        </p15:guide>
        <p15:guide id="32" pos="336">
          <p15:clr>
            <a:srgbClr val="F26B43"/>
          </p15:clr>
        </p15:guide>
        <p15:guide id="33" pos="7344">
          <p15:clr>
            <a:srgbClr val="F26B43"/>
          </p15:clr>
        </p15:guide>
        <p15:guide id="34" orient="horz" pos="4080">
          <p15:clr>
            <a:srgbClr val="F26B43"/>
          </p15:clr>
        </p15:guide>
        <p15:guide id="35" orient="horz" pos="1344">
          <p15:clr>
            <a:srgbClr val="F26B43"/>
          </p15:clr>
        </p15:guide>
        <p15:guide id="36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5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6.png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d.com/talks/david_mccandless_the_beauty_of_data_visualization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1037/1082-989X.7.2.147" TargetMode="External"/><Relationship Id="rId4" Type="http://schemas.openxmlformats.org/officeDocument/2006/relationships/hyperlink" Target="https://doi.org/10.1146/annurev-soc-071312-14555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E0574-46AF-4C73-2AC8-1F03948E4A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805" y="544514"/>
            <a:ext cx="9140954" cy="4355145"/>
          </a:xfrm>
        </p:spPr>
        <p:txBody>
          <a:bodyPr>
            <a:normAutofit fontScale="90000"/>
          </a:bodyPr>
          <a:lstStyle/>
          <a:p>
            <a:r>
              <a:rPr lang="en-US" dirty="0"/>
              <a:t>Module 02:</a:t>
            </a:r>
            <a:br>
              <a:rPr lang="en-US" dirty="0"/>
            </a:br>
            <a:r>
              <a:rPr lang="en-US" dirty="0"/>
              <a:t>Tableau Comparison &amp; Verification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2A6DE3-F6AF-97BC-9456-EB01DEB639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01697" y="4244340"/>
            <a:ext cx="4668383" cy="1779584"/>
          </a:xfrm>
        </p:spPr>
        <p:txBody>
          <a:bodyPr>
            <a:normAutofit/>
          </a:bodyPr>
          <a:lstStyle/>
          <a:p>
            <a:pPr algn="r" fontAlgn="base"/>
            <a:r>
              <a:rPr lang="en-US" sz="1600" b="0"/>
              <a:t>Jeffrey Sirard ​</a:t>
            </a:r>
          </a:p>
          <a:p>
            <a:pPr algn="r" fontAlgn="base"/>
            <a:r>
              <a:rPr lang="en-US" sz="1600" b="0"/>
              <a:t>Utica University ​</a:t>
            </a:r>
          </a:p>
          <a:p>
            <a:pPr algn="r" fontAlgn="base"/>
            <a:r>
              <a:rPr lang="en-US" sz="1600" b="0"/>
              <a:t>DSC-563: Data Visualation​</a:t>
            </a:r>
          </a:p>
          <a:p>
            <a:pPr algn="r" fontAlgn="base"/>
            <a:r>
              <a:rPr lang="en-US" sz="1600" b="0"/>
              <a:t>Professor McCarthy​</a:t>
            </a:r>
          </a:p>
          <a:p>
            <a:pPr algn="r" fontAlgn="base"/>
            <a:r>
              <a:rPr lang="en-US" sz="1600" b="0"/>
              <a:t>October 28th, 2026​</a:t>
            </a:r>
            <a:endParaRPr lang="en-US" sz="1400" b="0" dirty="0"/>
          </a:p>
        </p:txBody>
      </p:sp>
    </p:spTree>
    <p:extLst>
      <p:ext uri="{BB962C8B-B14F-4D97-AF65-F5344CB8AC3E}">
        <p14:creationId xmlns:p14="http://schemas.microsoft.com/office/powerpoint/2010/main" val="314674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7E4F4-571A-71F9-07EE-380753A87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0FB5D-A3C2-051C-FAA2-25A758C36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7170421" cy="1215706"/>
          </a:xfrm>
        </p:spPr>
        <p:txBody>
          <a:bodyPr>
            <a:normAutofit/>
          </a:bodyPr>
          <a:lstStyle/>
          <a:p>
            <a:r>
              <a:rPr lang="en-US" i="1" dirty="0"/>
              <a:t>Background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267A0A-60CB-B22C-0F16-A4C9014A04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043" y="1710374"/>
            <a:ext cx="11125202" cy="1452311"/>
          </a:xfrm>
        </p:spPr>
        <p:txBody>
          <a:bodyPr/>
          <a:lstStyle/>
          <a:p>
            <a:pPr marL="0" indent="0">
              <a:buNone/>
            </a:pPr>
            <a:r>
              <a:rPr lang="en-US" i="1" dirty="0"/>
              <a:t>Which neighborhoods show the highest workshop attendance?</a:t>
            </a:r>
          </a:p>
          <a:p>
            <a:r>
              <a:rPr lang="en-US" dirty="0"/>
              <a:t>Applied D.I.W.S. Framework</a:t>
            </a:r>
          </a:p>
          <a:p>
            <a:pPr marL="0" indent="0">
              <a:buNone/>
            </a:pPr>
            <a:r>
              <a:rPr lang="en-US" i="1" dirty="0"/>
              <a:t>How does missing attendance data affect the comparison?</a:t>
            </a:r>
          </a:p>
          <a:p>
            <a:r>
              <a:rPr lang="en-US" dirty="0"/>
              <a:t>Evaluated incomplete information to mitigate bias</a:t>
            </a:r>
          </a:p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E0D4EE4-0230-4930-E595-453F7FCD1C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8321" r="49570" b="11060"/>
          <a:stretch>
            <a:fillRect/>
          </a:stretch>
        </p:blipFill>
        <p:spPr>
          <a:xfrm>
            <a:off x="533398" y="3345861"/>
            <a:ext cx="4224750" cy="238437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D20A549-EAC6-3379-5D5D-A66AAFF44B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1746" y="3343502"/>
            <a:ext cx="4224750" cy="238673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A15AA38E-9D9D-F925-27A9-7AA3EFA61246}"/>
              </a:ext>
            </a:extLst>
          </p:cNvPr>
          <p:cNvSpPr/>
          <p:nvPr/>
        </p:nvSpPr>
        <p:spPr>
          <a:xfrm>
            <a:off x="4749976" y="4275885"/>
            <a:ext cx="422368" cy="521969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14251F9F-35CC-FCBF-070A-0BDBD4AF8A3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14489276"/>
              </p:ext>
            </p:extLst>
          </p:nvPr>
        </p:nvGraphicFramePr>
        <p:xfrm>
          <a:off x="5277936" y="3447504"/>
          <a:ext cx="1684021" cy="21787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22" name="Arrow: Right 21">
            <a:extLst>
              <a:ext uri="{FF2B5EF4-FFF2-40B4-BE49-F238E27FC236}">
                <a16:creationId xmlns:a16="http://schemas.microsoft.com/office/drawing/2014/main" id="{94D01263-8BB9-96AD-602C-1CB1965AADBB}"/>
              </a:ext>
            </a:extLst>
          </p:cNvPr>
          <p:cNvSpPr/>
          <p:nvPr/>
        </p:nvSpPr>
        <p:spPr>
          <a:xfrm>
            <a:off x="7067549" y="4275884"/>
            <a:ext cx="422368" cy="521969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1479E82B-F044-F862-BE61-01C0F8C99B90}"/>
              </a:ext>
            </a:extLst>
          </p:cNvPr>
          <p:cNvSpPr txBox="1">
            <a:spLocks/>
          </p:cNvSpPr>
          <p:nvPr/>
        </p:nvSpPr>
        <p:spPr>
          <a:xfrm>
            <a:off x="7282149" y="6154897"/>
            <a:ext cx="4787931" cy="6421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D.I.W.S. Framework (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</a:rPr>
              <a:t>Berengueres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 et al., 2019, pp. 17, 29)</a:t>
            </a:r>
          </a:p>
          <a:p>
            <a:pPr marL="0" indent="0" algn="r">
              <a:buFont typeface="Arial" panose="020B0604020202020204" pitchFamily="34" charset="0"/>
              <a:buNone/>
            </a:pPr>
            <a:r>
              <a:rPr lang="de-DE" sz="1100" dirty="0">
                <a:solidFill>
                  <a:schemeClr val="bg1">
                    <a:lumMod val="50000"/>
                  </a:schemeClr>
                </a:solidFill>
              </a:rPr>
              <a:t>Substituting values &amp; bias (Schafer &amp; Graham, 2002, pp. 152-154)</a:t>
            </a:r>
            <a:endParaRPr lang="en-US" sz="11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172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CE20A-BA7F-F48A-4A86-8090126B1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7170421" cy="1215706"/>
          </a:xfrm>
        </p:spPr>
        <p:txBody>
          <a:bodyPr>
            <a:normAutofit/>
          </a:bodyPr>
          <a:lstStyle/>
          <a:p>
            <a:r>
              <a:rPr lang="en-US" i="1" dirty="0"/>
              <a:t>Visualization:</a:t>
            </a:r>
            <a:br>
              <a:rPr lang="en-US" i="1" dirty="0"/>
            </a:br>
            <a:r>
              <a:rPr lang="en-US" i="1" dirty="0"/>
              <a:t>python &amp; Tableau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3C3E17C1-37E9-53EC-5966-594149D7B0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399" y="2312171"/>
            <a:ext cx="5263245" cy="297342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E19B660-5FC2-8C18-2BF9-8A0016B099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9319" y="2312170"/>
            <a:ext cx="4522961" cy="297342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FD3F58B-85DD-E9E1-CF7D-871C0F6CA9C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09" r="990" b="15131"/>
          <a:stretch>
            <a:fillRect/>
          </a:stretch>
        </p:blipFill>
        <p:spPr>
          <a:xfrm>
            <a:off x="8636387" y="160389"/>
            <a:ext cx="3401547" cy="194582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38767E3-51E7-3C20-5AB3-978686BADDF9}"/>
              </a:ext>
            </a:extLst>
          </p:cNvPr>
          <p:cNvSpPr txBox="1">
            <a:spLocks/>
          </p:cNvSpPr>
          <p:nvPr/>
        </p:nvSpPr>
        <p:spPr>
          <a:xfrm>
            <a:off x="2974771" y="5365110"/>
            <a:ext cx="761499" cy="4003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i="1" dirty="0"/>
              <a:t>Python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876799F-DF10-9D5C-C87B-2CFD96AA5445}"/>
              </a:ext>
            </a:extLst>
          </p:cNvPr>
          <p:cNvSpPr txBox="1">
            <a:spLocks/>
          </p:cNvSpPr>
          <p:nvPr/>
        </p:nvSpPr>
        <p:spPr>
          <a:xfrm>
            <a:off x="8455732" y="5365108"/>
            <a:ext cx="1064732" cy="4003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i="1" dirty="0"/>
              <a:t>Tableau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ADCC20EF-9BF6-6721-785A-C804001F40A5}"/>
              </a:ext>
            </a:extLst>
          </p:cNvPr>
          <p:cNvSpPr txBox="1">
            <a:spLocks/>
          </p:cNvSpPr>
          <p:nvPr/>
        </p:nvSpPr>
        <p:spPr>
          <a:xfrm>
            <a:off x="8141465" y="6388687"/>
            <a:ext cx="3845303" cy="4003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Faithful data interpretation (Tufte, 2007, p. 56)</a:t>
            </a:r>
          </a:p>
          <a:p>
            <a:pPr marL="0" indent="0">
              <a:buNone/>
            </a:pPr>
            <a:endParaRPr lang="en-US" i="1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511E56F-103C-42A5-B3C4-AAD309C83CBF}"/>
              </a:ext>
            </a:extLst>
          </p:cNvPr>
          <p:cNvSpPr/>
          <p:nvPr/>
        </p:nvSpPr>
        <p:spPr>
          <a:xfrm>
            <a:off x="11795759" y="1098353"/>
            <a:ext cx="310757" cy="1080967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51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DCF66-E646-A9AF-BB9A-2B88AF478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6"/>
            <a:ext cx="3776274" cy="1718750"/>
          </a:xfrm>
        </p:spPr>
        <p:txBody>
          <a:bodyPr/>
          <a:lstStyle/>
          <a:p>
            <a:r>
              <a:rPr lang="en-US" i="1" dirty="0"/>
              <a:t>Utilization:</a:t>
            </a:r>
            <a:br>
              <a:rPr lang="en-US" i="1" dirty="0"/>
            </a:br>
            <a:r>
              <a:rPr lang="en-US" i="1" dirty="0"/>
              <a:t>Weighting</a:t>
            </a:r>
            <a:br>
              <a:rPr lang="en-US" i="1" dirty="0"/>
            </a:br>
            <a:r>
              <a:rPr lang="en-US" i="1" dirty="0"/>
              <a:t>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CA539-4DC7-312A-F94A-5289386C4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6600" y="1016956"/>
            <a:ext cx="4839201" cy="222154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Monthly Utilization </a:t>
            </a:r>
            <a:r>
              <a:rPr lang="en-US" dirty="0"/>
              <a:t>(Mean)</a:t>
            </a:r>
          </a:p>
          <a:p>
            <a:pPr lvl="1"/>
            <a:r>
              <a:rPr lang="en-US" dirty="0"/>
              <a:t>Each period receives equal weight</a:t>
            </a:r>
          </a:p>
          <a:p>
            <a:pPr lvl="1"/>
            <a:r>
              <a:rPr lang="en-US" dirty="0"/>
              <a:t>Disregards workshop capacity</a:t>
            </a:r>
          </a:p>
          <a:p>
            <a:pPr lvl="1"/>
            <a:r>
              <a:rPr lang="en-US" i="1" dirty="0"/>
              <a:t>How full was the average month?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b="1" dirty="0"/>
              <a:t>Capacity-Weighted Utilization</a:t>
            </a:r>
          </a:p>
          <a:p>
            <a:pPr lvl="1"/>
            <a:r>
              <a:rPr lang="en-US" dirty="0"/>
              <a:t>Each period has varying weight</a:t>
            </a:r>
          </a:p>
          <a:p>
            <a:pPr lvl="1"/>
            <a:r>
              <a:rPr lang="en-US" dirty="0"/>
              <a:t>Directly related to workshop capacity</a:t>
            </a:r>
          </a:p>
          <a:p>
            <a:pPr lvl="1"/>
            <a:r>
              <a:rPr lang="en-US" i="1" dirty="0"/>
              <a:t>How fully were available workshop seats used overall?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3BF90B-E33D-EA48-1663-3578B98D1E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1" t="3385" r="1532" b="2440"/>
          <a:stretch>
            <a:fillRect/>
          </a:stretch>
        </p:blipFill>
        <p:spPr>
          <a:xfrm>
            <a:off x="533399" y="2997733"/>
            <a:ext cx="6064301" cy="2779776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31142AB-B86E-093B-3BF8-75CE0C1AE6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5419419"/>
              </p:ext>
            </p:extLst>
          </p:nvPr>
        </p:nvGraphicFramePr>
        <p:xfrm>
          <a:off x="6828020" y="3851199"/>
          <a:ext cx="5097781" cy="192631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670060">
                  <a:extLst>
                    <a:ext uri="{9D8B030D-6E8A-4147-A177-3AD203B41FA5}">
                      <a16:colId xmlns:a16="http://schemas.microsoft.com/office/drawing/2014/main" val="1519803874"/>
                    </a:ext>
                  </a:extLst>
                </a:gridCol>
                <a:gridCol w="1973580">
                  <a:extLst>
                    <a:ext uri="{9D8B030D-6E8A-4147-A177-3AD203B41FA5}">
                      <a16:colId xmlns:a16="http://schemas.microsoft.com/office/drawing/2014/main" val="3851612049"/>
                    </a:ext>
                  </a:extLst>
                </a:gridCol>
                <a:gridCol w="2454141">
                  <a:extLst>
                    <a:ext uri="{9D8B030D-6E8A-4147-A177-3AD203B41FA5}">
                      <a16:colId xmlns:a16="http://schemas.microsoft.com/office/drawing/2014/main" val="1503670339"/>
                    </a:ext>
                  </a:extLst>
                </a:gridCol>
              </a:tblGrid>
              <a:tr h="385262"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1" dirty="0">
                          <a:effectLst/>
                        </a:rPr>
                        <a:t>Rank </a:t>
                      </a:r>
                      <a:endParaRPr lang="en-US" sz="900" b="1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1" dirty="0">
                          <a:effectLst/>
                        </a:rPr>
                        <a:t>Monthly Utilization</a:t>
                      </a:r>
                      <a:endParaRPr lang="en-US" sz="900" b="1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1" dirty="0">
                          <a:effectLst/>
                        </a:rPr>
                        <a:t>Capacity-Weighted Utilization</a:t>
                      </a:r>
                      <a:endParaRPr lang="en-US" sz="900" b="1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0573565"/>
                  </a:ext>
                </a:extLst>
              </a:tr>
              <a:tr h="385262"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1" dirty="0">
                          <a:effectLst/>
                        </a:rPr>
                        <a:t>1 </a:t>
                      </a:r>
                      <a:endParaRPr lang="en-US" sz="900" b="1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dirty="0">
                          <a:effectLst/>
                        </a:rPr>
                        <a:t>South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>
                          <a:effectLst/>
                        </a:rPr>
                        <a:t>South 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0279208"/>
                  </a:ext>
                </a:extLst>
              </a:tr>
              <a:tr h="385262"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1">
                          <a:effectLst/>
                        </a:rPr>
                        <a:t>2 </a:t>
                      </a:r>
                      <a:endParaRPr lang="en-US" sz="900" b="1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dirty="0">
                          <a:effectLst/>
                        </a:rPr>
                        <a:t>East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dirty="0">
                          <a:effectLst/>
                        </a:rPr>
                        <a:t>East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4700729"/>
                  </a:ext>
                </a:extLst>
              </a:tr>
              <a:tr h="385262"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1">
                          <a:effectLst/>
                        </a:rPr>
                        <a:t>3 </a:t>
                      </a:r>
                      <a:endParaRPr lang="en-US" sz="900" b="1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dirty="0">
                          <a:effectLst/>
                        </a:rPr>
                        <a:t>North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dirty="0">
                          <a:effectLst/>
                        </a:rPr>
                        <a:t>North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9060211"/>
                  </a:ext>
                </a:extLst>
              </a:tr>
              <a:tr h="385262"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1" dirty="0">
                          <a:effectLst/>
                        </a:rPr>
                        <a:t>4 </a:t>
                      </a:r>
                      <a:endParaRPr lang="en-US" sz="900" b="1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dirty="0">
                          <a:effectLst/>
                        </a:rPr>
                        <a:t>West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dirty="0">
                          <a:effectLst/>
                        </a:rPr>
                        <a:t>West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03049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0386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C60AA-AA9E-533D-3BBB-E3DD18A2D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44B64-2C89-1FC0-AD3A-A8C381B5A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6"/>
            <a:ext cx="3776274" cy="1718750"/>
          </a:xfrm>
        </p:spPr>
        <p:txBody>
          <a:bodyPr/>
          <a:lstStyle/>
          <a:p>
            <a:r>
              <a:rPr lang="en-US" i="1" dirty="0"/>
              <a:t>Aggregation:</a:t>
            </a:r>
            <a:br>
              <a:rPr lang="en-US" i="1" dirty="0"/>
            </a:br>
            <a:r>
              <a:rPr lang="en-US" i="1" dirty="0"/>
              <a:t>Average vs. Sum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D7F86-89DB-68EA-CD9A-B79ECC182A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60946" y="6373278"/>
            <a:ext cx="5097781" cy="395878"/>
          </a:xfrm>
        </p:spPr>
        <p:txBody>
          <a:bodyPr/>
          <a:lstStyle/>
          <a:p>
            <a:pPr marL="0" indent="0" algn="r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Aggregate measures (Healy &amp; Moody, 2014, p. 5.13).</a:t>
            </a:r>
          </a:p>
          <a:p>
            <a:pPr marL="0" indent="0" algn="r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F021AB-40CA-DA02-248A-8E8C5DE5A1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94" t="614" r="589" b="567"/>
          <a:stretch>
            <a:fillRect/>
          </a:stretch>
        </p:blipFill>
        <p:spPr>
          <a:xfrm>
            <a:off x="533399" y="2547428"/>
            <a:ext cx="5866790" cy="3825850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3BE7BAC-2763-478A-759D-5B8F21747D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2976535"/>
              </p:ext>
            </p:extLst>
          </p:nvPr>
        </p:nvGraphicFramePr>
        <p:xfrm>
          <a:off x="6758940" y="2547428"/>
          <a:ext cx="5097781" cy="182880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1231493">
                  <a:extLst>
                    <a:ext uri="{9D8B030D-6E8A-4147-A177-3AD203B41FA5}">
                      <a16:colId xmlns:a16="http://schemas.microsoft.com/office/drawing/2014/main" val="1519803874"/>
                    </a:ext>
                  </a:extLst>
                </a:gridCol>
                <a:gridCol w="1885087">
                  <a:extLst>
                    <a:ext uri="{9D8B030D-6E8A-4147-A177-3AD203B41FA5}">
                      <a16:colId xmlns:a16="http://schemas.microsoft.com/office/drawing/2014/main" val="3851612049"/>
                    </a:ext>
                  </a:extLst>
                </a:gridCol>
                <a:gridCol w="1981201">
                  <a:extLst>
                    <a:ext uri="{9D8B030D-6E8A-4147-A177-3AD203B41FA5}">
                      <a16:colId xmlns:a16="http://schemas.microsoft.com/office/drawing/2014/main" val="15036703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Tableau CSV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dirty="0"/>
                        <a:t>Python CSV</a:t>
                      </a:r>
                      <a:endParaRPr lang="en-US" sz="1000" b="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0573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1" i="0" dirty="0"/>
                        <a:t>Data Layout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Totals for each month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Totals for entire period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02792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1" i="0" dirty="0"/>
                        <a:t>Null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Included in data set; Ignored by custom Tableau calculation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Factored into total; Impossible to identify unobserved month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700729"/>
                  </a:ext>
                </a:extLst>
              </a:tr>
              <a:tr h="249649">
                <a:tc>
                  <a:txBody>
                    <a:bodyPr/>
                    <a:lstStyle/>
                    <a:p>
                      <a:r>
                        <a:rPr lang="en-US" sz="1200" b="1" i="0" dirty="0"/>
                        <a:t>Aggregation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Able to find AVG of each month’s utilization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Restricted to finding AVG of entire period’s utilization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0602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4494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9D979-2CF2-6F6D-DB58-A57E1C064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3947162" cy="1112521"/>
          </a:xfrm>
        </p:spPr>
        <p:txBody>
          <a:bodyPr>
            <a:normAutofit/>
          </a:bodyPr>
          <a:lstStyle/>
          <a:p>
            <a:r>
              <a:rPr lang="en-US" i="1" dirty="0"/>
              <a:t>Treatment of</a:t>
            </a:r>
            <a:br>
              <a:rPr lang="en-US" i="1" dirty="0"/>
            </a:br>
            <a:r>
              <a:rPr lang="en-US" i="1" dirty="0"/>
              <a:t>Null Values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F4C341-FD1B-8EFC-9A44-FB31A21599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94" t="614" r="589" b="36342"/>
          <a:stretch>
            <a:fillRect/>
          </a:stretch>
        </p:blipFill>
        <p:spPr>
          <a:xfrm>
            <a:off x="6034430" y="782493"/>
            <a:ext cx="5866790" cy="24407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548C8D-7D3A-6965-B046-2A1AACE5BA4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7184" t="17759" r="1532" b="43281"/>
          <a:stretch>
            <a:fillRect/>
          </a:stretch>
        </p:blipFill>
        <p:spPr>
          <a:xfrm>
            <a:off x="8909832" y="4033345"/>
            <a:ext cx="1879777" cy="11125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9B14D30-B781-A52C-48AE-F40B5931C3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8" y="2351488"/>
            <a:ext cx="4973271" cy="3729271"/>
          </a:xfrm>
        </p:spPr>
        <p:txBody>
          <a:bodyPr/>
          <a:lstStyle/>
          <a:p>
            <a:pPr marL="0" indent="0" fontAlgn="t">
              <a:buNone/>
            </a:pPr>
            <a:r>
              <a:rPr lang="en-US" i="1" dirty="0"/>
              <a:t>Which method is more truthful?</a:t>
            </a:r>
            <a:endParaRPr lang="en-US" b="1" dirty="0"/>
          </a:p>
          <a:p>
            <a:pPr marL="342900" lvl="0" indent="-342900" fontAlgn="t"/>
            <a:r>
              <a:rPr lang="en-US" b="1" dirty="0"/>
              <a:t>Missing value</a:t>
            </a:r>
            <a:r>
              <a:rPr lang="en-US" dirty="0"/>
              <a:t> = attendance was not recorded</a:t>
            </a:r>
          </a:p>
          <a:p>
            <a:pPr marL="342900" lvl="0" indent="-342900" fontAlgn="t"/>
            <a:r>
              <a:rPr lang="en-US" b="1" dirty="0"/>
              <a:t>Zero value</a:t>
            </a:r>
            <a:r>
              <a:rPr lang="en-US" dirty="0"/>
              <a:t> = nobody attended</a:t>
            </a:r>
          </a:p>
          <a:p>
            <a:pPr marL="342900" lvl="0" indent="-342900" fontAlgn="t"/>
            <a:endParaRPr lang="en-US" i="1" dirty="0"/>
          </a:p>
          <a:p>
            <a:pPr marL="0" lvl="0" indent="0" fontAlgn="t">
              <a:buNone/>
            </a:pPr>
            <a:r>
              <a:rPr lang="en-US" dirty="0"/>
              <a:t>Capacity-Weighted Utilization is equal among both data sets</a:t>
            </a:r>
          </a:p>
          <a:p>
            <a:pPr marL="342900" lvl="0" indent="-342900" fontAlgn="t"/>
            <a:r>
              <a:rPr lang="en-US" dirty="0"/>
              <a:t>Both calculations consider </a:t>
            </a:r>
            <a:r>
              <a:rPr lang="en-US" b="1" dirty="0"/>
              <a:t>observed</a:t>
            </a:r>
            <a:r>
              <a:rPr lang="en-US" dirty="0"/>
              <a:t> capacity and </a:t>
            </a:r>
            <a:r>
              <a:rPr lang="en-US" b="1" dirty="0"/>
              <a:t>recorded</a:t>
            </a:r>
            <a:r>
              <a:rPr lang="en-US" dirty="0"/>
              <a:t> attendance</a:t>
            </a:r>
          </a:p>
          <a:p>
            <a:pPr marL="342900" lvl="0" indent="-342900" fontAlgn="t"/>
            <a:r>
              <a:rPr lang="en-US" dirty="0"/>
              <a:t>This effectively treats the null value as missing</a:t>
            </a:r>
          </a:p>
          <a:p>
            <a:pPr marL="342900" lvl="0" indent="-342900" fontAlgn="t"/>
            <a:endParaRPr lang="en-US" i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2088E56-3FA3-5CBB-84D2-F12155CBD181}"/>
              </a:ext>
            </a:extLst>
          </p:cNvPr>
          <p:cNvSpPr/>
          <p:nvPr/>
        </p:nvSpPr>
        <p:spPr>
          <a:xfrm>
            <a:off x="9093323" y="4776083"/>
            <a:ext cx="1759000" cy="472440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CCD90F-C355-FF33-15B6-5BBD45F34B4E}"/>
              </a:ext>
            </a:extLst>
          </p:cNvPr>
          <p:cNvSpPr/>
          <p:nvPr/>
        </p:nvSpPr>
        <p:spPr>
          <a:xfrm>
            <a:off x="8717892" y="2705100"/>
            <a:ext cx="1028700" cy="5715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2CAF1F1-E917-7B69-5A93-1B0D2358847A}"/>
              </a:ext>
            </a:extLst>
          </p:cNvPr>
          <p:cNvSpPr/>
          <p:nvPr/>
        </p:nvSpPr>
        <p:spPr>
          <a:xfrm>
            <a:off x="7556147" y="2705100"/>
            <a:ext cx="1028700" cy="57150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201B12-FED3-C373-C8A2-D80F43A426F2}"/>
              </a:ext>
            </a:extLst>
          </p:cNvPr>
          <p:cNvSpPr txBox="1"/>
          <p:nvPr/>
        </p:nvSpPr>
        <p:spPr>
          <a:xfrm>
            <a:off x="9093323" y="5248523"/>
            <a:ext cx="1965958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rgbClr val="0070C0"/>
                </a:solidFill>
              </a:rPr>
              <a:t>5 / 6 months = 0.833</a:t>
            </a:r>
          </a:p>
          <a:p>
            <a:r>
              <a:rPr lang="en-US" sz="1400" i="1" dirty="0">
                <a:solidFill>
                  <a:srgbClr val="0070C0"/>
                </a:solidFill>
              </a:rPr>
              <a:t>                     = 83.3%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1479B5-54D0-5819-2A03-0FB930DDBBDB}"/>
              </a:ext>
            </a:extLst>
          </p:cNvPr>
          <p:cNvSpPr txBox="1"/>
          <p:nvPr/>
        </p:nvSpPr>
        <p:spPr>
          <a:xfrm>
            <a:off x="6474107" y="3273624"/>
            <a:ext cx="21107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rgbClr val="00B050"/>
                </a:solidFill>
              </a:rPr>
              <a:t>Null = Missing (ignore)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7618106-AE35-CFCF-08BB-6EC495789E46}"/>
              </a:ext>
            </a:extLst>
          </p:cNvPr>
          <p:cNvSpPr txBox="1"/>
          <p:nvPr/>
        </p:nvSpPr>
        <p:spPr>
          <a:xfrm>
            <a:off x="9350352" y="3285658"/>
            <a:ext cx="10820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rgbClr val="FF0000"/>
                </a:solidFill>
              </a:rPr>
              <a:t>Null = 0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9AB5091C-D7F0-13FF-6B58-413445D2F0DD}"/>
              </a:ext>
            </a:extLst>
          </p:cNvPr>
          <p:cNvSpPr txBox="1">
            <a:spLocks/>
          </p:cNvSpPr>
          <p:nvPr/>
        </p:nvSpPr>
        <p:spPr>
          <a:xfrm>
            <a:off x="-356883" y="6315724"/>
            <a:ext cx="12015485" cy="5715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Effective data visualization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transforms complex datasets into information that promotes understanding and insight (McCandless, 2010).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268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E78C5-ECAC-B961-CBD1-1C4F84604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0" y="1016955"/>
            <a:ext cx="2770539" cy="1875475"/>
          </a:xfrm>
        </p:spPr>
        <p:txBody>
          <a:bodyPr>
            <a:normAutofit/>
          </a:bodyPr>
          <a:lstStyle/>
          <a:p>
            <a:r>
              <a:rPr lang="en-US" i="1" dirty="0" err="1"/>
              <a:t>Github</a:t>
            </a:r>
            <a:endParaRPr lang="en-US" i="1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4073098E-C615-6CA3-4B8B-DBB5FC22803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769544" cy="284495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AD58B4-900E-274D-DBEB-ED3742D2E25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D778B0-F46C-690E-FEB6-86144E4229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358" y="97839"/>
            <a:ext cx="10839284" cy="666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027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42537-F5EC-0F55-7C4F-5DADDD5A0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46BD7-E60B-8105-3EC9-9C69C81BA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0B481-54E2-3FCD-1E8A-32A9BEFDC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7" y="1763713"/>
            <a:ext cx="11125202" cy="4934267"/>
          </a:xfrm>
        </p:spPr>
        <p:txBody>
          <a:bodyPr>
            <a:normAutofit/>
          </a:bodyPr>
          <a:lstStyle/>
          <a:p>
            <a:pPr marL="0" indent="-457200" fontAlgn="base">
              <a:spcAft>
                <a:spcPts val="600"/>
              </a:spcAft>
              <a:buNone/>
            </a:pPr>
            <a:r>
              <a:rPr lang="en-US" b="1" dirty="0"/>
              <a:t>Required:</a:t>
            </a:r>
            <a:endParaRPr lang="en-US" dirty="0"/>
          </a:p>
          <a:p>
            <a:pPr marL="685800" lvl="3" indent="-457200" fontAlgn="base">
              <a:spcAft>
                <a:spcPts val="600"/>
              </a:spcAft>
            </a:pPr>
            <a:r>
              <a:rPr lang="en-US" dirty="0" err="1"/>
              <a:t>Berengueres</a:t>
            </a:r>
            <a:r>
              <a:rPr lang="en-US" dirty="0"/>
              <a:t>, J., Sandell, M., &amp; Fenwick, A. (2019). </a:t>
            </a:r>
            <a:r>
              <a:rPr lang="en-US" i="1" dirty="0"/>
              <a:t>Introduction to data visualization &amp; storytelling: A guide for the data scientist</a:t>
            </a:r>
            <a:r>
              <a:rPr lang="en-US" dirty="0"/>
              <a:t> (2nd ed.).​</a:t>
            </a:r>
          </a:p>
          <a:p>
            <a:pPr marL="685800" lvl="3" indent="-457200" fontAlgn="base">
              <a:spcAft>
                <a:spcPts val="600"/>
              </a:spcAft>
            </a:pPr>
            <a:r>
              <a:rPr lang="en-US" dirty="0"/>
              <a:t>McCandless, D. (2010, July). </a:t>
            </a:r>
            <a:r>
              <a:rPr lang="en-US" i="1" dirty="0"/>
              <a:t>The beauty of data visualization</a:t>
            </a:r>
            <a:r>
              <a:rPr lang="en-US" dirty="0"/>
              <a:t> [TED Talk]. TED Conferences. </a:t>
            </a:r>
            <a:r>
              <a:rPr lang="en-US" dirty="0">
                <a:hlinkClick r:id="rId3"/>
              </a:rPr>
              <a:t>https://www.ted.com/talks/david_mccandless_the_beauty_of_data_visualization</a:t>
            </a:r>
            <a:endParaRPr lang="en-US" dirty="0"/>
          </a:p>
          <a:p>
            <a:pPr marL="685800" lvl="3" indent="-457200" fontAlgn="base">
              <a:spcAft>
                <a:spcPts val="600"/>
              </a:spcAft>
            </a:pPr>
            <a:r>
              <a:rPr lang="en-US" dirty="0"/>
              <a:t>Tufte, E. R. (2007). </a:t>
            </a:r>
            <a:r>
              <a:rPr lang="en-US" i="1" dirty="0"/>
              <a:t>The visual display of quantitative information</a:t>
            </a:r>
            <a:r>
              <a:rPr lang="en-US" dirty="0"/>
              <a:t> (2nd ed.). Graphics Press.</a:t>
            </a:r>
          </a:p>
          <a:p>
            <a:pPr marL="685800" lvl="3" indent="-457200" fontAlgn="base">
              <a:spcAft>
                <a:spcPts val="600"/>
              </a:spcAft>
            </a:pPr>
            <a:endParaRPr lang="en-US" dirty="0"/>
          </a:p>
          <a:p>
            <a:pPr marL="0" indent="-457200" fontAlgn="base">
              <a:spcAft>
                <a:spcPts val="600"/>
              </a:spcAft>
              <a:buNone/>
            </a:pPr>
            <a:r>
              <a:rPr lang="en-US" b="1" dirty="0"/>
              <a:t>External:</a:t>
            </a:r>
            <a:endParaRPr lang="en-US" dirty="0"/>
          </a:p>
          <a:p>
            <a:pPr marL="685800" lvl="3" indent="-457200" fontAlgn="base">
              <a:spcAft>
                <a:spcPts val="600"/>
              </a:spcAft>
            </a:pPr>
            <a:r>
              <a:rPr lang="en-US" dirty="0"/>
              <a:t>Healy, K., &amp; Moody, J. (2014). Data visualization in sociology. </a:t>
            </a:r>
            <a:r>
              <a:rPr lang="en-US" i="1" dirty="0"/>
              <a:t>Annual Review of Sociology, 40</a:t>
            </a:r>
            <a:r>
              <a:rPr lang="en-US" dirty="0"/>
              <a:t>, 105-128. </a:t>
            </a:r>
            <a:r>
              <a:rPr lang="en-US" dirty="0">
                <a:hlinkClick r:id="rId4"/>
              </a:rPr>
              <a:t>https://doi.org/10.1146/annurev-soc-071312-145551</a:t>
            </a:r>
            <a:endParaRPr lang="en-US" dirty="0"/>
          </a:p>
          <a:p>
            <a:pPr marL="685800" lvl="3" indent="-457200" fontAlgn="base">
              <a:spcAft>
                <a:spcPts val="600"/>
              </a:spcAft>
            </a:pPr>
            <a:r>
              <a:rPr lang="en-US" dirty="0"/>
              <a:t>Schafer, J. L., &amp; Graham, J. W. (2002). Missing data: Our view of the state of the art. </a:t>
            </a:r>
            <a:r>
              <a:rPr lang="en-US" i="1" dirty="0"/>
              <a:t>Psychological Methods, 7</a:t>
            </a:r>
            <a:r>
              <a:rPr lang="en-US" dirty="0"/>
              <a:t>(2). </a:t>
            </a:r>
            <a:r>
              <a:rPr lang="en-US" u="sng" dirty="0">
                <a:hlinkClick r:id="rId5"/>
              </a:rPr>
              <a:t>https://doi.org/10.1037/1082-989X.7.2.147</a:t>
            </a:r>
            <a:r>
              <a:rPr lang="en-US" dirty="0"/>
              <a:t>​</a:t>
            </a:r>
          </a:p>
          <a:p>
            <a:pPr marL="685800" lvl="3" indent="-457200" fontAlgn="base">
              <a:spcAft>
                <a:spcPts val="600"/>
              </a:spcAft>
            </a:pPr>
            <a:endParaRPr lang="en-US" dirty="0"/>
          </a:p>
          <a:p>
            <a:pPr marL="0" indent="0" fontAlgn="base">
              <a:spcAft>
                <a:spcPts val="600"/>
              </a:spcAft>
              <a:buNone/>
            </a:pPr>
            <a:r>
              <a:rPr lang="en-US" b="1" dirty="0"/>
              <a:t>AI Disclosure</a:t>
            </a:r>
            <a:r>
              <a:rPr lang="en-US" dirty="0"/>
              <a:t>:</a:t>
            </a:r>
          </a:p>
          <a:p>
            <a:pPr lvl="1" fontAlgn="base">
              <a:spcAft>
                <a:spcPts val="600"/>
              </a:spcAft>
            </a:pPr>
            <a:r>
              <a:rPr lang="en-US" dirty="0"/>
              <a:t>Grammarly was used to assist in writing the script.​</a:t>
            </a:r>
          </a:p>
          <a:p>
            <a:pPr lvl="1" fontAlgn="base">
              <a:spcAft>
                <a:spcPts val="600"/>
              </a:spcAft>
            </a:pPr>
            <a:r>
              <a:rPr lang="en-US" dirty="0"/>
              <a:t>PowerPoint Designer was used to assist with slide visuals.​</a:t>
            </a:r>
          </a:p>
          <a:p>
            <a:pPr marL="0" indent="-457200" fontAlgn="base">
              <a:buNone/>
            </a:pPr>
            <a:endParaRPr lang="en-US" dirty="0"/>
          </a:p>
          <a:p>
            <a:pPr marL="0" indent="0" fontAlgn="base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488883"/>
      </p:ext>
    </p:extLst>
  </p:cSld>
  <p:clrMapOvr>
    <a:masterClrMapping/>
  </p:clrMapOvr>
</p:sld>
</file>

<file path=ppt/theme/theme1.xml><?xml version="1.0" encoding="utf-8"?>
<a:theme xmlns:a="http://schemas.openxmlformats.org/drawingml/2006/main" name="Modulo">
  <a:themeElements>
    <a:clrScheme name="Project Status Report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B36041"/>
      </a:accent1>
      <a:accent2>
        <a:srgbClr val="6F8185"/>
      </a:accent2>
      <a:accent3>
        <a:srgbClr val="C78F8F"/>
      </a:accent3>
      <a:accent4>
        <a:srgbClr val="647961"/>
      </a:accent4>
      <a:accent5>
        <a:srgbClr val="B09C54"/>
      </a:accent5>
      <a:accent6>
        <a:srgbClr val="9AA749"/>
      </a:accent6>
      <a:hlink>
        <a:srgbClr val="75A073"/>
      </a:hlink>
      <a:folHlink>
        <a:srgbClr val="BD9C5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ulo" id="{37AC43F2-9181-4AE3-B669-CCC580C183C1}" vid="{7A2AE0A7-E8DE-4D1D-AEB1-3FD19244829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Modulo</Template>
  <TotalTime>470</TotalTime>
  <Words>1595</Words>
  <Application>Microsoft Office PowerPoint</Application>
  <PresentationFormat>Widescreen</PresentationFormat>
  <Paragraphs>191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Segoe UI</vt:lpstr>
      <vt:lpstr>Modulo</vt:lpstr>
      <vt:lpstr>Module 02: Tableau Comparison &amp; Verification </vt:lpstr>
      <vt:lpstr>Background</vt:lpstr>
      <vt:lpstr>Visualization: python &amp; Tableau</vt:lpstr>
      <vt:lpstr>Utilization: Weighting Methods</vt:lpstr>
      <vt:lpstr>Aggregation: Average vs. Sum</vt:lpstr>
      <vt:lpstr>Treatment of Null Values</vt:lpstr>
      <vt:lpstr>Github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Jeffrey Sirard</dc:creator>
  <cp:lastModifiedBy>Jeffrey Sirard</cp:lastModifiedBy>
  <cp:revision>1</cp:revision>
  <dcterms:created xsi:type="dcterms:W3CDTF">2026-10-28T13:30:04Z</dcterms:created>
  <dcterms:modified xsi:type="dcterms:W3CDTF">2026-10-30T00:27:53Z</dcterms:modified>
</cp:coreProperties>
</file>